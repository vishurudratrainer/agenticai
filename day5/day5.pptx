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02" r:id="rId1"/>
  </p:sldMasterIdLst>
  <p:notesMasterIdLst>
    <p:notesMasterId r:id="rId13"/>
  </p:notesMasterIdLst>
  <p:sldIdLst>
    <p:sldId id="286" r:id="rId2"/>
    <p:sldId id="284" r:id="rId3"/>
    <p:sldId id="257" r:id="rId4"/>
    <p:sldId id="258" r:id="rId5"/>
    <p:sldId id="259" r:id="rId6"/>
    <p:sldId id="304" r:id="rId7"/>
    <p:sldId id="305" r:id="rId8"/>
    <p:sldId id="306" r:id="rId9"/>
    <p:sldId id="307" r:id="rId10"/>
    <p:sldId id="308" r:id="rId11"/>
    <p:sldId id="309" r:id="rId12"/>
  </p:sldIdLst>
  <p:sldSz cx="10693400" cy="7556500"/>
  <p:notesSz cx="10693400" cy="75565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3" d="100"/>
          <a:sy n="73" d="100"/>
        </p:scale>
        <p:origin x="1387" y="7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3ADC42E-D92D-4CE3-B515-AB4674633F03}"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33530723-DC20-49DC-BDF1-C327B49DB98B}">
      <dgm:prSet phldrT="[Text]" phldr="0"/>
      <dgm:spPr/>
      <dgm:t>
        <a:bodyPr/>
        <a:lstStyle/>
        <a:p>
          <a:r>
            <a:rPr lang="en-IN" dirty="0"/>
            <a:t>Agenda</a:t>
          </a:r>
        </a:p>
      </dgm:t>
    </dgm:pt>
    <dgm:pt modelId="{0EA4A2A1-619F-4294-9CC4-83E8E77830BF}" type="parTrans" cxnId="{0A1E4A40-68AC-4739-A954-81089F741E9D}">
      <dgm:prSet/>
      <dgm:spPr/>
      <dgm:t>
        <a:bodyPr/>
        <a:lstStyle/>
        <a:p>
          <a:endParaRPr lang="en-IN"/>
        </a:p>
      </dgm:t>
    </dgm:pt>
    <dgm:pt modelId="{3FA4A193-E0A3-407D-8D9A-10FCCD2B83EF}" type="sibTrans" cxnId="{0A1E4A40-68AC-4739-A954-81089F741E9D}">
      <dgm:prSet/>
      <dgm:spPr/>
      <dgm:t>
        <a:bodyPr/>
        <a:lstStyle/>
        <a:p>
          <a:endParaRPr lang="en-IN"/>
        </a:p>
      </dgm:t>
    </dgm:pt>
    <dgm:pt modelId="{F64EA2F3-7A8A-4B5C-A27E-904CC36C0052}">
      <dgm:prSet phldrT="[Text]" phldr="0"/>
      <dgm:spPr/>
      <dgm:t>
        <a:bodyPr/>
        <a:lstStyle/>
        <a:p>
          <a:r>
            <a:rPr lang="en-IN" dirty="0"/>
            <a:t>Sequential workflow</a:t>
          </a:r>
        </a:p>
      </dgm:t>
    </dgm:pt>
    <dgm:pt modelId="{1EEE81C5-E419-48FD-AA09-D0F58960F02F}" type="parTrans" cxnId="{7BAEC7B0-0DFE-47DD-8832-7FF4FC94EEFA}">
      <dgm:prSet/>
      <dgm:spPr/>
      <dgm:t>
        <a:bodyPr/>
        <a:lstStyle/>
        <a:p>
          <a:endParaRPr lang="en-IN"/>
        </a:p>
      </dgm:t>
    </dgm:pt>
    <dgm:pt modelId="{5605F245-2853-46A7-ABDF-EBA52EDDFEA4}" type="sibTrans" cxnId="{7BAEC7B0-0DFE-47DD-8832-7FF4FC94EEFA}">
      <dgm:prSet/>
      <dgm:spPr/>
      <dgm:t>
        <a:bodyPr/>
        <a:lstStyle/>
        <a:p>
          <a:endParaRPr lang="en-IN"/>
        </a:p>
      </dgm:t>
    </dgm:pt>
    <dgm:pt modelId="{7A289C09-0679-4B42-8268-F1A1660175C3}">
      <dgm:prSet phldrT="[Text]" phldr="0"/>
      <dgm:spPr/>
      <dgm:t>
        <a:bodyPr/>
        <a:lstStyle/>
        <a:p>
          <a:r>
            <a:rPr lang="en-IN" dirty="0"/>
            <a:t>Dynamic decision making pattern</a:t>
          </a:r>
        </a:p>
      </dgm:t>
    </dgm:pt>
    <dgm:pt modelId="{8030DDE1-C475-4F5B-AB21-0860652E7A7B}" type="parTrans" cxnId="{4C218407-AB89-445B-9144-E9342450FD7C}">
      <dgm:prSet/>
      <dgm:spPr/>
      <dgm:t>
        <a:bodyPr/>
        <a:lstStyle/>
        <a:p>
          <a:endParaRPr lang="en-IN"/>
        </a:p>
      </dgm:t>
    </dgm:pt>
    <dgm:pt modelId="{069CA39C-106F-411F-BE62-C64F1A972730}" type="sibTrans" cxnId="{4C218407-AB89-445B-9144-E9342450FD7C}">
      <dgm:prSet/>
      <dgm:spPr/>
      <dgm:t>
        <a:bodyPr/>
        <a:lstStyle/>
        <a:p>
          <a:endParaRPr lang="en-IN"/>
        </a:p>
      </dgm:t>
    </dgm:pt>
    <dgm:pt modelId="{D3DF0FC0-8355-4C24-9FB3-09086EC089A5}">
      <dgm:prSet phldrT="[Text]" phldr="0"/>
      <dgm:spPr/>
      <dgm:t>
        <a:bodyPr/>
        <a:lstStyle/>
        <a:p>
          <a:r>
            <a:rPr lang="en-IN" dirty="0"/>
            <a:t>Hierarchical workflow</a:t>
          </a:r>
        </a:p>
      </dgm:t>
    </dgm:pt>
    <dgm:pt modelId="{559B724A-5535-4D92-852B-064E3C6D3632}" type="parTrans" cxnId="{25D70ECE-4717-4FDA-99E6-E3508007B885}">
      <dgm:prSet/>
      <dgm:spPr/>
      <dgm:t>
        <a:bodyPr/>
        <a:lstStyle/>
        <a:p>
          <a:endParaRPr lang="en-IN"/>
        </a:p>
      </dgm:t>
    </dgm:pt>
    <dgm:pt modelId="{11B5CED9-6524-44F9-A2FE-41B6E47CE89A}" type="sibTrans" cxnId="{25D70ECE-4717-4FDA-99E6-E3508007B885}">
      <dgm:prSet/>
      <dgm:spPr/>
      <dgm:t>
        <a:bodyPr/>
        <a:lstStyle/>
        <a:p>
          <a:endParaRPr lang="en-IN"/>
        </a:p>
      </dgm:t>
    </dgm:pt>
    <dgm:pt modelId="{F6A35356-5F8A-415A-88AE-8936A705B606}">
      <dgm:prSet phldrT="[Text]" phldr="0"/>
      <dgm:spPr/>
      <dgm:t>
        <a:bodyPr/>
        <a:lstStyle/>
        <a:p>
          <a:r>
            <a:rPr lang="en-IN" dirty="0"/>
            <a:t>Parallel processing</a:t>
          </a:r>
        </a:p>
      </dgm:t>
    </dgm:pt>
    <dgm:pt modelId="{18DAEC74-224C-47B6-BD09-6B84E3B09207}" type="parTrans" cxnId="{381233CB-D359-4743-BC9F-A06B049A1B49}">
      <dgm:prSet/>
      <dgm:spPr/>
      <dgm:t>
        <a:bodyPr/>
        <a:lstStyle/>
        <a:p>
          <a:endParaRPr lang="en-IN"/>
        </a:p>
      </dgm:t>
    </dgm:pt>
    <dgm:pt modelId="{A948308C-3381-408B-B7B6-3886F5CB78E5}" type="sibTrans" cxnId="{381233CB-D359-4743-BC9F-A06B049A1B49}">
      <dgm:prSet/>
      <dgm:spPr/>
    </dgm:pt>
    <dgm:pt modelId="{6AE75D84-0A02-4A6C-A629-BB0DAFAC4AA5}">
      <dgm:prSet phldrT="[Text]" phldr="0"/>
      <dgm:spPr/>
      <dgm:t>
        <a:bodyPr/>
        <a:lstStyle/>
        <a:p>
          <a:r>
            <a:rPr lang="en-IN" dirty="0"/>
            <a:t>Dynamic handoff</a:t>
          </a:r>
        </a:p>
      </dgm:t>
    </dgm:pt>
    <dgm:pt modelId="{E985F04E-129A-43E5-8868-7FA51F65E9F5}" type="parTrans" cxnId="{60A468E9-F22E-4C95-8893-637D93EBA5EC}">
      <dgm:prSet/>
      <dgm:spPr/>
    </dgm:pt>
    <dgm:pt modelId="{F009E85B-CD2E-4E55-88B8-2A9A81865915}" type="sibTrans" cxnId="{60A468E9-F22E-4C95-8893-637D93EBA5EC}">
      <dgm:prSet/>
      <dgm:spPr/>
    </dgm:pt>
    <dgm:pt modelId="{80530532-E49E-44FD-8663-A8DDDA26346C}">
      <dgm:prSet phldrT="[Text]" phldr="0"/>
      <dgm:spPr/>
      <dgm:t>
        <a:bodyPr/>
        <a:lstStyle/>
        <a:p>
          <a:r>
            <a:rPr lang="en-IN"/>
            <a:t>Self correction</a:t>
          </a:r>
          <a:endParaRPr lang="en-IN" dirty="0"/>
        </a:p>
      </dgm:t>
    </dgm:pt>
    <dgm:pt modelId="{92F7E8A1-DA04-4C26-B23A-56108F40849B}" type="parTrans" cxnId="{3835BDA6-57C1-473F-981C-242B98D32551}">
      <dgm:prSet/>
      <dgm:spPr/>
    </dgm:pt>
    <dgm:pt modelId="{B0DF56DC-7393-45CE-A8C4-02B0A2C99A63}" type="sibTrans" cxnId="{3835BDA6-57C1-473F-981C-242B98D32551}">
      <dgm:prSet/>
      <dgm:spPr/>
    </dgm:pt>
    <dgm:pt modelId="{8C147CB9-F0E2-41BB-8504-A4D9851BA8E9}">
      <dgm:prSet phldrT="[Text]" phldr="0"/>
      <dgm:spPr/>
      <dgm:t>
        <a:bodyPr/>
        <a:lstStyle/>
        <a:p>
          <a:r>
            <a:rPr lang="en-IN"/>
            <a:t>Auction based delegation</a:t>
          </a:r>
          <a:endParaRPr lang="en-IN" dirty="0"/>
        </a:p>
      </dgm:t>
    </dgm:pt>
    <dgm:pt modelId="{2955145E-FDAD-4B8B-94FD-F4A7AF60251F}" type="parTrans" cxnId="{04C18C61-0A5F-40BA-9805-2F7158C42A67}">
      <dgm:prSet/>
      <dgm:spPr/>
    </dgm:pt>
    <dgm:pt modelId="{EF967C60-DAB2-46D8-B1B6-1793E62695DF}" type="sibTrans" cxnId="{04C18C61-0A5F-40BA-9805-2F7158C42A67}">
      <dgm:prSet/>
      <dgm:spPr/>
    </dgm:pt>
    <dgm:pt modelId="{E25D2627-33EE-4038-A688-038342D84C53}">
      <dgm:prSet phldrT="[Text]" phldr="0"/>
      <dgm:spPr/>
      <dgm:t>
        <a:bodyPr/>
        <a:lstStyle/>
        <a:p>
          <a:endParaRPr lang="en-IN" dirty="0"/>
        </a:p>
      </dgm:t>
    </dgm:pt>
    <dgm:pt modelId="{CA72544C-F4E9-44AB-A759-C3F2DCF39B4D}" type="parTrans" cxnId="{C9974BD5-22BF-4E7C-83C5-3FD637AA5E1B}">
      <dgm:prSet/>
      <dgm:spPr/>
    </dgm:pt>
    <dgm:pt modelId="{FCA566F7-E922-4F28-A03D-13CFCF787E4E}" type="sibTrans" cxnId="{C9974BD5-22BF-4E7C-83C5-3FD637AA5E1B}">
      <dgm:prSet/>
      <dgm:spPr/>
    </dgm:pt>
    <dgm:pt modelId="{BD18783E-6D04-4A3E-834F-C1539812ED22}" type="pres">
      <dgm:prSet presAssocID="{A3ADC42E-D92D-4CE3-B515-AB4674633F03}" presName="linear" presStyleCnt="0">
        <dgm:presLayoutVars>
          <dgm:animLvl val="lvl"/>
          <dgm:resizeHandles val="exact"/>
        </dgm:presLayoutVars>
      </dgm:prSet>
      <dgm:spPr/>
    </dgm:pt>
    <dgm:pt modelId="{5001E592-11D5-4BFB-8AFD-90D8F5F51859}" type="pres">
      <dgm:prSet presAssocID="{33530723-DC20-49DC-BDF1-C327B49DB98B}" presName="parentText" presStyleLbl="node1" presStyleIdx="0" presStyleCnt="1">
        <dgm:presLayoutVars>
          <dgm:chMax val="0"/>
          <dgm:bulletEnabled val="1"/>
        </dgm:presLayoutVars>
      </dgm:prSet>
      <dgm:spPr/>
    </dgm:pt>
    <dgm:pt modelId="{000203FE-B8EB-4BF3-A2A1-C7FF8110D335}" type="pres">
      <dgm:prSet presAssocID="{33530723-DC20-49DC-BDF1-C327B49DB98B}" presName="childText" presStyleLbl="revTx" presStyleIdx="0" presStyleCnt="1">
        <dgm:presLayoutVars>
          <dgm:bulletEnabled val="1"/>
        </dgm:presLayoutVars>
      </dgm:prSet>
      <dgm:spPr/>
    </dgm:pt>
  </dgm:ptLst>
  <dgm:cxnLst>
    <dgm:cxn modelId="{4C218407-AB89-445B-9144-E9342450FD7C}" srcId="{33530723-DC20-49DC-BDF1-C327B49DB98B}" destId="{7A289C09-0679-4B42-8268-F1A1660175C3}" srcOrd="2" destOrd="0" parTransId="{8030DDE1-C475-4F5B-AB21-0860652E7A7B}" sibTransId="{069CA39C-106F-411F-BE62-C64F1A972730}"/>
    <dgm:cxn modelId="{E2B2F50F-22AE-4E83-9D10-D01BB1B025E1}" type="presOf" srcId="{80530532-E49E-44FD-8663-A8DDDA26346C}" destId="{000203FE-B8EB-4BF3-A2A1-C7FF8110D335}" srcOrd="0" destOrd="5" presId="urn:microsoft.com/office/officeart/2005/8/layout/vList2"/>
    <dgm:cxn modelId="{E4B08E29-9362-493C-A252-4C1D18059713}" type="presOf" srcId="{F64EA2F3-7A8A-4B5C-A27E-904CC36C0052}" destId="{000203FE-B8EB-4BF3-A2A1-C7FF8110D335}" srcOrd="0" destOrd="0" presId="urn:microsoft.com/office/officeart/2005/8/layout/vList2"/>
    <dgm:cxn modelId="{0CF32C2C-5F5D-423F-AAB8-0D22A32B1383}" type="presOf" srcId="{8C147CB9-F0E2-41BB-8504-A4D9851BA8E9}" destId="{000203FE-B8EB-4BF3-A2A1-C7FF8110D335}" srcOrd="0" destOrd="6" presId="urn:microsoft.com/office/officeart/2005/8/layout/vList2"/>
    <dgm:cxn modelId="{9FCD0137-D12F-4713-8867-5758E45C85F5}" type="presOf" srcId="{33530723-DC20-49DC-BDF1-C327B49DB98B}" destId="{5001E592-11D5-4BFB-8AFD-90D8F5F51859}" srcOrd="0" destOrd="0" presId="urn:microsoft.com/office/officeart/2005/8/layout/vList2"/>
    <dgm:cxn modelId="{0A1E4A40-68AC-4739-A954-81089F741E9D}" srcId="{A3ADC42E-D92D-4CE3-B515-AB4674633F03}" destId="{33530723-DC20-49DC-BDF1-C327B49DB98B}" srcOrd="0" destOrd="0" parTransId="{0EA4A2A1-619F-4294-9CC4-83E8E77830BF}" sibTransId="{3FA4A193-E0A3-407D-8D9A-10FCCD2B83EF}"/>
    <dgm:cxn modelId="{04C18C61-0A5F-40BA-9805-2F7158C42A67}" srcId="{33530723-DC20-49DC-BDF1-C327B49DB98B}" destId="{8C147CB9-F0E2-41BB-8504-A4D9851BA8E9}" srcOrd="6" destOrd="0" parTransId="{2955145E-FDAD-4B8B-94FD-F4A7AF60251F}" sibTransId="{EF967C60-DAB2-46D8-B1B6-1793E62695DF}"/>
    <dgm:cxn modelId="{B844CA64-3310-4513-8700-EA1242DCAEBC}" type="presOf" srcId="{F6A35356-5F8A-415A-88AE-8936A705B606}" destId="{000203FE-B8EB-4BF3-A2A1-C7FF8110D335}" srcOrd="0" destOrd="3" presId="urn:microsoft.com/office/officeart/2005/8/layout/vList2"/>
    <dgm:cxn modelId="{545A096D-60B0-480B-A556-5459BD26D2BA}" type="presOf" srcId="{7A289C09-0679-4B42-8268-F1A1660175C3}" destId="{000203FE-B8EB-4BF3-A2A1-C7FF8110D335}" srcOrd="0" destOrd="2" presId="urn:microsoft.com/office/officeart/2005/8/layout/vList2"/>
    <dgm:cxn modelId="{E7FF5891-CD51-4999-8815-4AFAF8B8C031}" type="presOf" srcId="{E25D2627-33EE-4038-A688-038342D84C53}" destId="{000203FE-B8EB-4BF3-A2A1-C7FF8110D335}" srcOrd="0" destOrd="7" presId="urn:microsoft.com/office/officeart/2005/8/layout/vList2"/>
    <dgm:cxn modelId="{4EB50599-1394-46EE-A69C-1781B3CA7FD2}" type="presOf" srcId="{6AE75D84-0A02-4A6C-A629-BB0DAFAC4AA5}" destId="{000203FE-B8EB-4BF3-A2A1-C7FF8110D335}" srcOrd="0" destOrd="4" presId="urn:microsoft.com/office/officeart/2005/8/layout/vList2"/>
    <dgm:cxn modelId="{3835BDA6-57C1-473F-981C-242B98D32551}" srcId="{33530723-DC20-49DC-BDF1-C327B49DB98B}" destId="{80530532-E49E-44FD-8663-A8DDDA26346C}" srcOrd="5" destOrd="0" parTransId="{92F7E8A1-DA04-4C26-B23A-56108F40849B}" sibTransId="{B0DF56DC-7393-45CE-A8C4-02B0A2C99A63}"/>
    <dgm:cxn modelId="{7BAEC7B0-0DFE-47DD-8832-7FF4FC94EEFA}" srcId="{33530723-DC20-49DC-BDF1-C327B49DB98B}" destId="{F64EA2F3-7A8A-4B5C-A27E-904CC36C0052}" srcOrd="0" destOrd="0" parTransId="{1EEE81C5-E419-48FD-AA09-D0F58960F02F}" sibTransId="{5605F245-2853-46A7-ABDF-EBA52EDDFEA4}"/>
    <dgm:cxn modelId="{EB4314BE-1DE7-4182-A0CD-908E2C1441E8}" type="presOf" srcId="{D3DF0FC0-8355-4C24-9FB3-09086EC089A5}" destId="{000203FE-B8EB-4BF3-A2A1-C7FF8110D335}" srcOrd="0" destOrd="1" presId="urn:microsoft.com/office/officeart/2005/8/layout/vList2"/>
    <dgm:cxn modelId="{381233CB-D359-4743-BC9F-A06B049A1B49}" srcId="{33530723-DC20-49DC-BDF1-C327B49DB98B}" destId="{F6A35356-5F8A-415A-88AE-8936A705B606}" srcOrd="3" destOrd="0" parTransId="{18DAEC74-224C-47B6-BD09-6B84E3B09207}" sibTransId="{A948308C-3381-408B-B7B6-3886F5CB78E5}"/>
    <dgm:cxn modelId="{25D70ECE-4717-4FDA-99E6-E3508007B885}" srcId="{33530723-DC20-49DC-BDF1-C327B49DB98B}" destId="{D3DF0FC0-8355-4C24-9FB3-09086EC089A5}" srcOrd="1" destOrd="0" parTransId="{559B724A-5535-4D92-852B-064E3C6D3632}" sibTransId="{11B5CED9-6524-44F9-A2FE-41B6E47CE89A}"/>
    <dgm:cxn modelId="{C9974BD5-22BF-4E7C-83C5-3FD637AA5E1B}" srcId="{33530723-DC20-49DC-BDF1-C327B49DB98B}" destId="{E25D2627-33EE-4038-A688-038342D84C53}" srcOrd="7" destOrd="0" parTransId="{CA72544C-F4E9-44AB-A759-C3F2DCF39B4D}" sibTransId="{FCA566F7-E922-4F28-A03D-13CFCF787E4E}"/>
    <dgm:cxn modelId="{14CBDDE2-2162-4BD5-8576-FAE4B3C65708}" type="presOf" srcId="{A3ADC42E-D92D-4CE3-B515-AB4674633F03}" destId="{BD18783E-6D04-4A3E-834F-C1539812ED22}" srcOrd="0" destOrd="0" presId="urn:microsoft.com/office/officeart/2005/8/layout/vList2"/>
    <dgm:cxn modelId="{60A468E9-F22E-4C95-8893-637D93EBA5EC}" srcId="{33530723-DC20-49DC-BDF1-C327B49DB98B}" destId="{6AE75D84-0A02-4A6C-A629-BB0DAFAC4AA5}" srcOrd="4" destOrd="0" parTransId="{E985F04E-129A-43E5-8868-7FA51F65E9F5}" sibTransId="{F009E85B-CD2E-4E55-88B8-2A9A81865915}"/>
    <dgm:cxn modelId="{70261C45-C2B7-4D1B-8E25-AB16FFBDF448}" type="presParOf" srcId="{BD18783E-6D04-4A3E-834F-C1539812ED22}" destId="{5001E592-11D5-4BFB-8AFD-90D8F5F51859}" srcOrd="0" destOrd="0" presId="urn:microsoft.com/office/officeart/2005/8/layout/vList2"/>
    <dgm:cxn modelId="{91541EE0-3229-4A43-9E2C-C30768C92F43}" type="presParOf" srcId="{BD18783E-6D04-4A3E-834F-C1539812ED22}" destId="{000203FE-B8EB-4BF3-A2A1-C7FF8110D335}" srcOrd="1"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B5DF7B5-9B51-40EA-A52F-6441BD0104E9}"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IN"/>
        </a:p>
      </dgm:t>
    </dgm:pt>
    <dgm:pt modelId="{A0D45AA1-66B6-4A87-A416-D9C97F30DB03}">
      <dgm:prSet/>
      <dgm:spPr/>
      <dgm:t>
        <a:bodyPr/>
        <a:lstStyle/>
        <a:p>
          <a:r>
            <a:rPr lang="en-US" b="0" i="0" baseline="0"/>
            <a:t>This is the simplest pattern, where one agent's output becomes the next agent's input.</a:t>
          </a:r>
          <a:endParaRPr lang="en-IN"/>
        </a:p>
      </dgm:t>
    </dgm:pt>
    <dgm:pt modelId="{4BB649F1-4F2A-4EF9-9DA8-43F27C5E44C5}" type="parTrans" cxnId="{71D03205-F293-4995-B480-20E35BFCBEE3}">
      <dgm:prSet/>
      <dgm:spPr/>
      <dgm:t>
        <a:bodyPr/>
        <a:lstStyle/>
        <a:p>
          <a:endParaRPr lang="en-IN"/>
        </a:p>
      </dgm:t>
    </dgm:pt>
    <dgm:pt modelId="{D315A95F-123E-4184-98B7-F1F1B0457513}" type="sibTrans" cxnId="{71D03205-F293-4995-B480-20E35BFCBEE3}">
      <dgm:prSet/>
      <dgm:spPr/>
      <dgm:t>
        <a:bodyPr/>
        <a:lstStyle/>
        <a:p>
          <a:endParaRPr lang="en-IN"/>
        </a:p>
      </dgm:t>
    </dgm:pt>
    <dgm:pt modelId="{0F47B8B6-8782-429E-A4B4-5DE83575E3D8}">
      <dgm:prSet/>
      <dgm:spPr/>
      <dgm:t>
        <a:bodyPr/>
        <a:lstStyle/>
        <a:p>
          <a:r>
            <a:rPr lang="en-US" b="0" i="0" baseline="0"/>
            <a:t>It mimics an assembly line.</a:t>
          </a:r>
          <a:endParaRPr lang="en-IN"/>
        </a:p>
      </dgm:t>
    </dgm:pt>
    <dgm:pt modelId="{9265A916-5AF1-4BA2-A09F-B8BDFC482DBC}" type="parTrans" cxnId="{876E0B90-1CD5-40DF-96FA-6AFB0C54E6EB}">
      <dgm:prSet/>
      <dgm:spPr/>
      <dgm:t>
        <a:bodyPr/>
        <a:lstStyle/>
        <a:p>
          <a:endParaRPr lang="en-IN"/>
        </a:p>
      </dgm:t>
    </dgm:pt>
    <dgm:pt modelId="{6331AF46-EA3E-4E4C-888E-E4249946CB43}" type="sibTrans" cxnId="{876E0B90-1CD5-40DF-96FA-6AFB0C54E6EB}">
      <dgm:prSet/>
      <dgm:spPr/>
      <dgm:t>
        <a:bodyPr/>
        <a:lstStyle/>
        <a:p>
          <a:endParaRPr lang="en-IN"/>
        </a:p>
      </dgm:t>
    </dgm:pt>
    <dgm:pt modelId="{3917CB65-D259-47F3-AC28-0DF3C32A575F}">
      <dgm:prSet/>
      <dgm:spPr/>
      <dgm:t>
        <a:bodyPr/>
        <a:lstStyle/>
        <a:p>
          <a:r>
            <a:rPr lang="en-US" b="1" i="0" baseline="0"/>
            <a:t>Pattern:</a:t>
          </a:r>
          <a:r>
            <a:rPr lang="en-US" b="0" i="0" baseline="0"/>
            <a:t> </a:t>
          </a:r>
          <a:r>
            <a:rPr lang="en-US" b="1" i="0" baseline="0"/>
            <a:t>Agent A</a:t>
          </a:r>
          <a:r>
            <a:rPr lang="en-US" b="0" i="0" baseline="0"/>
            <a:t> -&gt;</a:t>
          </a:r>
          <a:r>
            <a:rPr lang="en-US" b="1" i="0" baseline="0"/>
            <a:t>Agent B</a:t>
          </a:r>
          <a:r>
            <a:rPr lang="en-US" b="0" i="0" baseline="0"/>
            <a:t> -&gt; </a:t>
          </a:r>
          <a:r>
            <a:rPr lang="en-US" b="1" i="0" baseline="0"/>
            <a:t>Agent C</a:t>
          </a:r>
          <a:r>
            <a:rPr lang="en-US" b="0" i="0" baseline="0"/>
            <a:t> -&gt; </a:t>
          </a:r>
          <a:r>
            <a:rPr lang="en-US" b="1" i="0" baseline="0"/>
            <a:t>Final Output</a:t>
          </a:r>
          <a:endParaRPr lang="en-IN"/>
        </a:p>
      </dgm:t>
    </dgm:pt>
    <dgm:pt modelId="{96ED5DFD-99B0-4B40-8C03-5E9F51976D3A}" type="parTrans" cxnId="{3C748663-CD17-4E0B-9793-72D7BF276F8C}">
      <dgm:prSet/>
      <dgm:spPr/>
      <dgm:t>
        <a:bodyPr/>
        <a:lstStyle/>
        <a:p>
          <a:endParaRPr lang="en-IN"/>
        </a:p>
      </dgm:t>
    </dgm:pt>
    <dgm:pt modelId="{E55DA5B9-3EF1-48DD-A2D4-0FFAE080F3B7}" type="sibTrans" cxnId="{3C748663-CD17-4E0B-9793-72D7BF276F8C}">
      <dgm:prSet/>
      <dgm:spPr/>
      <dgm:t>
        <a:bodyPr/>
        <a:lstStyle/>
        <a:p>
          <a:endParaRPr lang="en-IN"/>
        </a:p>
      </dgm:t>
    </dgm:pt>
    <dgm:pt modelId="{065A010B-AB4D-4AD0-88FE-793F8B536FE4}">
      <dgm:prSet/>
      <dgm:spPr/>
      <dgm:t>
        <a:bodyPr/>
        <a:lstStyle/>
        <a:p>
          <a:r>
            <a:rPr lang="en-US" b="1" i="0" baseline="0"/>
            <a:t>Agent Roles:</a:t>
          </a:r>
          <a:endParaRPr lang="en-IN"/>
        </a:p>
      </dgm:t>
    </dgm:pt>
    <dgm:pt modelId="{F343D2B0-C313-4D2F-9685-69FCB6051073}" type="parTrans" cxnId="{263DEE03-C797-46FF-8AF7-4996072CE610}">
      <dgm:prSet/>
      <dgm:spPr/>
      <dgm:t>
        <a:bodyPr/>
        <a:lstStyle/>
        <a:p>
          <a:endParaRPr lang="en-IN"/>
        </a:p>
      </dgm:t>
    </dgm:pt>
    <dgm:pt modelId="{0C4C78F3-A8CE-4FDF-8AAD-AAE22AF663A9}" type="sibTrans" cxnId="{263DEE03-C797-46FF-8AF7-4996072CE610}">
      <dgm:prSet/>
      <dgm:spPr/>
      <dgm:t>
        <a:bodyPr/>
        <a:lstStyle/>
        <a:p>
          <a:endParaRPr lang="en-IN"/>
        </a:p>
      </dgm:t>
    </dgm:pt>
    <dgm:pt modelId="{BBCF89AE-B9A9-41F7-8D33-EF64652E69C1}">
      <dgm:prSet/>
      <dgm:spPr/>
      <dgm:t>
        <a:bodyPr/>
        <a:lstStyle/>
        <a:p>
          <a:r>
            <a:rPr lang="en-US" b="1" i="0" baseline="0"/>
            <a:t>Agent A (Researcher):</a:t>
          </a:r>
          <a:r>
            <a:rPr lang="en-US" b="0" i="0" baseline="0"/>
            <a:t> Uses a tool (like a web search or local RAG) to find and </a:t>
          </a:r>
          <a:endParaRPr lang="en-IN"/>
        </a:p>
      </dgm:t>
    </dgm:pt>
    <dgm:pt modelId="{3EBACD3F-8093-4D89-8BFB-25C15D171987}" type="parTrans" cxnId="{15A36589-5C54-4D70-A4E5-0187448DF708}">
      <dgm:prSet/>
      <dgm:spPr/>
      <dgm:t>
        <a:bodyPr/>
        <a:lstStyle/>
        <a:p>
          <a:endParaRPr lang="en-IN"/>
        </a:p>
      </dgm:t>
    </dgm:pt>
    <dgm:pt modelId="{F8703974-57AD-4E14-A5B0-9A23AF6A85AA}" type="sibTrans" cxnId="{15A36589-5C54-4D70-A4E5-0187448DF708}">
      <dgm:prSet/>
      <dgm:spPr/>
      <dgm:t>
        <a:bodyPr/>
        <a:lstStyle/>
        <a:p>
          <a:endParaRPr lang="en-IN"/>
        </a:p>
      </dgm:t>
    </dgm:pt>
    <dgm:pt modelId="{F7A55170-EA02-44E7-B54D-6248B8802B3A}">
      <dgm:prSet/>
      <dgm:spPr/>
      <dgm:t>
        <a:bodyPr/>
        <a:lstStyle/>
        <a:p>
          <a:r>
            <a:rPr lang="en-US" b="0" i="0" baseline="0"/>
            <a:t>collect raw data.</a:t>
          </a:r>
          <a:endParaRPr lang="en-IN"/>
        </a:p>
      </dgm:t>
    </dgm:pt>
    <dgm:pt modelId="{76F26D10-01A2-48A1-9AA2-41B67CB8C693}" type="parTrans" cxnId="{A47DBFDC-C9ED-4F5E-AB2E-BA7AD3808955}">
      <dgm:prSet/>
      <dgm:spPr/>
      <dgm:t>
        <a:bodyPr/>
        <a:lstStyle/>
        <a:p>
          <a:endParaRPr lang="en-IN"/>
        </a:p>
      </dgm:t>
    </dgm:pt>
    <dgm:pt modelId="{F8AE11AF-BC2C-4468-8F32-8BA194BD7918}" type="sibTrans" cxnId="{A47DBFDC-C9ED-4F5E-AB2E-BA7AD3808955}">
      <dgm:prSet/>
      <dgm:spPr/>
      <dgm:t>
        <a:bodyPr/>
        <a:lstStyle/>
        <a:p>
          <a:endParaRPr lang="en-IN"/>
        </a:p>
      </dgm:t>
    </dgm:pt>
    <dgm:pt modelId="{497CA01A-647E-4101-879D-1DAA3A98B0A8}">
      <dgm:prSet/>
      <dgm:spPr/>
      <dgm:t>
        <a:bodyPr/>
        <a:lstStyle/>
        <a:p>
          <a:r>
            <a:rPr lang="en-US" b="1" i="0" baseline="0"/>
            <a:t>Agent B (Writer):</a:t>
          </a:r>
          <a:r>
            <a:rPr lang="en-US" b="0" i="0" baseline="0"/>
            <a:t> Takes the raw data from Agent A and drafts a cohesive report or article.</a:t>
          </a:r>
          <a:endParaRPr lang="en-IN"/>
        </a:p>
      </dgm:t>
    </dgm:pt>
    <dgm:pt modelId="{F35DF7E5-E7B4-4B5B-AFF0-84AB85E3DAB9}" type="parTrans" cxnId="{CFEE8489-6CA4-4BD7-AC88-EB9E2E14BF55}">
      <dgm:prSet/>
      <dgm:spPr/>
      <dgm:t>
        <a:bodyPr/>
        <a:lstStyle/>
        <a:p>
          <a:endParaRPr lang="en-IN"/>
        </a:p>
      </dgm:t>
    </dgm:pt>
    <dgm:pt modelId="{18F6526E-FD7F-4F74-8AA1-7C262304FD02}" type="sibTrans" cxnId="{CFEE8489-6CA4-4BD7-AC88-EB9E2E14BF55}">
      <dgm:prSet/>
      <dgm:spPr/>
      <dgm:t>
        <a:bodyPr/>
        <a:lstStyle/>
        <a:p>
          <a:endParaRPr lang="en-IN"/>
        </a:p>
      </dgm:t>
    </dgm:pt>
    <dgm:pt modelId="{D4567F55-6543-4080-9525-68C6C9581C6C}">
      <dgm:prSet/>
      <dgm:spPr/>
      <dgm:t>
        <a:bodyPr/>
        <a:lstStyle/>
        <a:p>
          <a:r>
            <a:rPr lang="en-US" b="1" i="0" baseline="0"/>
            <a:t>Agent C (Editor):</a:t>
          </a:r>
          <a:r>
            <a:rPr lang="en-US" b="0" i="0" baseline="0"/>
            <a:t> Takes the draft from Agent B and refines it for clarity, grammar, and tone.</a:t>
          </a:r>
          <a:endParaRPr lang="en-IN"/>
        </a:p>
      </dgm:t>
    </dgm:pt>
    <dgm:pt modelId="{DD4928D6-9899-4A2E-BFA9-0A6EFE95596B}" type="parTrans" cxnId="{ED17A22C-7D2A-49B8-BA33-92A583D8DAE9}">
      <dgm:prSet/>
      <dgm:spPr/>
      <dgm:t>
        <a:bodyPr/>
        <a:lstStyle/>
        <a:p>
          <a:endParaRPr lang="en-IN"/>
        </a:p>
      </dgm:t>
    </dgm:pt>
    <dgm:pt modelId="{9F0BBD6C-B2D6-4884-AC11-1CDE7B0DD68E}" type="sibTrans" cxnId="{ED17A22C-7D2A-49B8-BA33-92A583D8DAE9}">
      <dgm:prSet/>
      <dgm:spPr/>
      <dgm:t>
        <a:bodyPr/>
        <a:lstStyle/>
        <a:p>
          <a:endParaRPr lang="en-IN"/>
        </a:p>
      </dgm:t>
    </dgm:pt>
    <dgm:pt modelId="{7B27AFE2-68CF-45E1-B201-BC7133E52E5D}" type="pres">
      <dgm:prSet presAssocID="{DB5DF7B5-9B51-40EA-A52F-6441BD0104E9}" presName="linear" presStyleCnt="0">
        <dgm:presLayoutVars>
          <dgm:animLvl val="lvl"/>
          <dgm:resizeHandles val="exact"/>
        </dgm:presLayoutVars>
      </dgm:prSet>
      <dgm:spPr/>
    </dgm:pt>
    <dgm:pt modelId="{C37C3B9E-8278-42AD-B9AB-B9D516E9664D}" type="pres">
      <dgm:prSet presAssocID="{A0D45AA1-66B6-4A87-A416-D9C97F30DB03}" presName="parentText" presStyleLbl="node1" presStyleIdx="0" presStyleCnt="4">
        <dgm:presLayoutVars>
          <dgm:chMax val="0"/>
          <dgm:bulletEnabled val="1"/>
        </dgm:presLayoutVars>
      </dgm:prSet>
      <dgm:spPr/>
    </dgm:pt>
    <dgm:pt modelId="{B6681C67-CDAB-4DC6-813B-6AA64B363672}" type="pres">
      <dgm:prSet presAssocID="{D315A95F-123E-4184-98B7-F1F1B0457513}" presName="spacer" presStyleCnt="0"/>
      <dgm:spPr/>
    </dgm:pt>
    <dgm:pt modelId="{4F691663-E04C-4AAA-806E-632C61DD29EC}" type="pres">
      <dgm:prSet presAssocID="{0F47B8B6-8782-429E-A4B4-5DE83575E3D8}" presName="parentText" presStyleLbl="node1" presStyleIdx="1" presStyleCnt="4">
        <dgm:presLayoutVars>
          <dgm:chMax val="0"/>
          <dgm:bulletEnabled val="1"/>
        </dgm:presLayoutVars>
      </dgm:prSet>
      <dgm:spPr/>
    </dgm:pt>
    <dgm:pt modelId="{C98BC295-417E-4109-8130-AEC87D3FB0AC}" type="pres">
      <dgm:prSet presAssocID="{6331AF46-EA3E-4E4C-888E-E4249946CB43}" presName="spacer" presStyleCnt="0"/>
      <dgm:spPr/>
    </dgm:pt>
    <dgm:pt modelId="{6F2A414B-ABA3-4F5C-A3C8-19C4C283F43A}" type="pres">
      <dgm:prSet presAssocID="{3917CB65-D259-47F3-AC28-0DF3C32A575F}" presName="parentText" presStyleLbl="node1" presStyleIdx="2" presStyleCnt="4">
        <dgm:presLayoutVars>
          <dgm:chMax val="0"/>
          <dgm:bulletEnabled val="1"/>
        </dgm:presLayoutVars>
      </dgm:prSet>
      <dgm:spPr/>
    </dgm:pt>
    <dgm:pt modelId="{591A92E5-61D4-41E9-B345-26715A8EB539}" type="pres">
      <dgm:prSet presAssocID="{E55DA5B9-3EF1-48DD-A2D4-0FFAE080F3B7}" presName="spacer" presStyleCnt="0"/>
      <dgm:spPr/>
    </dgm:pt>
    <dgm:pt modelId="{B2A8E782-4586-4471-8BFC-B0713E29E9F9}" type="pres">
      <dgm:prSet presAssocID="{065A010B-AB4D-4AD0-88FE-793F8B536FE4}" presName="parentText" presStyleLbl="node1" presStyleIdx="3" presStyleCnt="4">
        <dgm:presLayoutVars>
          <dgm:chMax val="0"/>
          <dgm:bulletEnabled val="1"/>
        </dgm:presLayoutVars>
      </dgm:prSet>
      <dgm:spPr/>
    </dgm:pt>
    <dgm:pt modelId="{B4F6065A-7E28-4085-9863-63D78A6DEF4F}" type="pres">
      <dgm:prSet presAssocID="{065A010B-AB4D-4AD0-88FE-793F8B536FE4}" presName="childText" presStyleLbl="revTx" presStyleIdx="0" presStyleCnt="1">
        <dgm:presLayoutVars>
          <dgm:bulletEnabled val="1"/>
        </dgm:presLayoutVars>
      </dgm:prSet>
      <dgm:spPr/>
    </dgm:pt>
  </dgm:ptLst>
  <dgm:cxnLst>
    <dgm:cxn modelId="{263DEE03-C797-46FF-8AF7-4996072CE610}" srcId="{DB5DF7B5-9B51-40EA-A52F-6441BD0104E9}" destId="{065A010B-AB4D-4AD0-88FE-793F8B536FE4}" srcOrd="3" destOrd="0" parTransId="{F343D2B0-C313-4D2F-9685-69FCB6051073}" sibTransId="{0C4C78F3-A8CE-4FDF-8AAD-AAE22AF663A9}"/>
    <dgm:cxn modelId="{71D03205-F293-4995-B480-20E35BFCBEE3}" srcId="{DB5DF7B5-9B51-40EA-A52F-6441BD0104E9}" destId="{A0D45AA1-66B6-4A87-A416-D9C97F30DB03}" srcOrd="0" destOrd="0" parTransId="{4BB649F1-4F2A-4EF9-9DA8-43F27C5E44C5}" sibTransId="{D315A95F-123E-4184-98B7-F1F1B0457513}"/>
    <dgm:cxn modelId="{E86D3912-9297-4991-A522-B6DEE3C7A6DE}" type="presOf" srcId="{BBCF89AE-B9A9-41F7-8D33-EF64652E69C1}" destId="{B4F6065A-7E28-4085-9863-63D78A6DEF4F}" srcOrd="0" destOrd="0" presId="urn:microsoft.com/office/officeart/2005/8/layout/vList2"/>
    <dgm:cxn modelId="{ED17A22C-7D2A-49B8-BA33-92A583D8DAE9}" srcId="{065A010B-AB4D-4AD0-88FE-793F8B536FE4}" destId="{D4567F55-6543-4080-9525-68C6C9581C6C}" srcOrd="3" destOrd="0" parTransId="{DD4928D6-9899-4A2E-BFA9-0A6EFE95596B}" sibTransId="{9F0BBD6C-B2D6-4884-AC11-1CDE7B0DD68E}"/>
    <dgm:cxn modelId="{8A40B342-B7DF-44A9-8C6E-A65D57B17FB8}" type="presOf" srcId="{497CA01A-647E-4101-879D-1DAA3A98B0A8}" destId="{B4F6065A-7E28-4085-9863-63D78A6DEF4F}" srcOrd="0" destOrd="2" presId="urn:microsoft.com/office/officeart/2005/8/layout/vList2"/>
    <dgm:cxn modelId="{3C748663-CD17-4E0B-9793-72D7BF276F8C}" srcId="{DB5DF7B5-9B51-40EA-A52F-6441BD0104E9}" destId="{3917CB65-D259-47F3-AC28-0DF3C32A575F}" srcOrd="2" destOrd="0" parTransId="{96ED5DFD-99B0-4B40-8C03-5E9F51976D3A}" sibTransId="{E55DA5B9-3EF1-48DD-A2D4-0FFAE080F3B7}"/>
    <dgm:cxn modelId="{9AB07D67-C03F-4C62-9E99-EE2353B0A33C}" type="presOf" srcId="{065A010B-AB4D-4AD0-88FE-793F8B536FE4}" destId="{B2A8E782-4586-4471-8BFC-B0713E29E9F9}" srcOrd="0" destOrd="0" presId="urn:microsoft.com/office/officeart/2005/8/layout/vList2"/>
    <dgm:cxn modelId="{FD23407C-F347-4689-8779-305F4C53F982}" type="presOf" srcId="{D4567F55-6543-4080-9525-68C6C9581C6C}" destId="{B4F6065A-7E28-4085-9863-63D78A6DEF4F}" srcOrd="0" destOrd="3" presId="urn:microsoft.com/office/officeart/2005/8/layout/vList2"/>
    <dgm:cxn modelId="{15A36589-5C54-4D70-A4E5-0187448DF708}" srcId="{065A010B-AB4D-4AD0-88FE-793F8B536FE4}" destId="{BBCF89AE-B9A9-41F7-8D33-EF64652E69C1}" srcOrd="0" destOrd="0" parTransId="{3EBACD3F-8093-4D89-8BFB-25C15D171987}" sibTransId="{F8703974-57AD-4E14-A5B0-9A23AF6A85AA}"/>
    <dgm:cxn modelId="{CFEE8489-6CA4-4BD7-AC88-EB9E2E14BF55}" srcId="{065A010B-AB4D-4AD0-88FE-793F8B536FE4}" destId="{497CA01A-647E-4101-879D-1DAA3A98B0A8}" srcOrd="2" destOrd="0" parTransId="{F35DF7E5-E7B4-4B5B-AFF0-84AB85E3DAB9}" sibTransId="{18F6526E-FD7F-4F74-8AA1-7C262304FD02}"/>
    <dgm:cxn modelId="{876E0B90-1CD5-40DF-96FA-6AFB0C54E6EB}" srcId="{DB5DF7B5-9B51-40EA-A52F-6441BD0104E9}" destId="{0F47B8B6-8782-429E-A4B4-5DE83575E3D8}" srcOrd="1" destOrd="0" parTransId="{9265A916-5AF1-4BA2-A09F-B8BDFC482DBC}" sibTransId="{6331AF46-EA3E-4E4C-888E-E4249946CB43}"/>
    <dgm:cxn modelId="{836BC59B-E0B0-4985-9054-E03F84B54774}" type="presOf" srcId="{DB5DF7B5-9B51-40EA-A52F-6441BD0104E9}" destId="{7B27AFE2-68CF-45E1-B201-BC7133E52E5D}" srcOrd="0" destOrd="0" presId="urn:microsoft.com/office/officeart/2005/8/layout/vList2"/>
    <dgm:cxn modelId="{83778AC8-7114-47A3-A2D1-CCFB250B1F5A}" type="presOf" srcId="{0F47B8B6-8782-429E-A4B4-5DE83575E3D8}" destId="{4F691663-E04C-4AAA-806E-632C61DD29EC}" srcOrd="0" destOrd="0" presId="urn:microsoft.com/office/officeart/2005/8/layout/vList2"/>
    <dgm:cxn modelId="{C66DBFD0-02A8-4A27-A027-E8098730EEA6}" type="presOf" srcId="{A0D45AA1-66B6-4A87-A416-D9C97F30DB03}" destId="{C37C3B9E-8278-42AD-B9AB-B9D516E9664D}" srcOrd="0" destOrd="0" presId="urn:microsoft.com/office/officeart/2005/8/layout/vList2"/>
    <dgm:cxn modelId="{A47DBFDC-C9ED-4F5E-AB2E-BA7AD3808955}" srcId="{065A010B-AB4D-4AD0-88FE-793F8B536FE4}" destId="{F7A55170-EA02-44E7-B54D-6248B8802B3A}" srcOrd="1" destOrd="0" parTransId="{76F26D10-01A2-48A1-9AA2-41B67CB8C693}" sibTransId="{F8AE11AF-BC2C-4468-8F32-8BA194BD7918}"/>
    <dgm:cxn modelId="{5BE0C4DF-32F5-478A-A9B9-B4C1B6A2107B}" type="presOf" srcId="{F7A55170-EA02-44E7-B54D-6248B8802B3A}" destId="{B4F6065A-7E28-4085-9863-63D78A6DEF4F}" srcOrd="0" destOrd="1" presId="urn:microsoft.com/office/officeart/2005/8/layout/vList2"/>
    <dgm:cxn modelId="{4A15BEE5-BEDA-4ADB-93FE-9BCB0B5E07BF}" type="presOf" srcId="{3917CB65-D259-47F3-AC28-0DF3C32A575F}" destId="{6F2A414B-ABA3-4F5C-A3C8-19C4C283F43A}" srcOrd="0" destOrd="0" presId="urn:microsoft.com/office/officeart/2005/8/layout/vList2"/>
    <dgm:cxn modelId="{7343635B-1D7B-4428-B4CD-D751137EF7C2}" type="presParOf" srcId="{7B27AFE2-68CF-45E1-B201-BC7133E52E5D}" destId="{C37C3B9E-8278-42AD-B9AB-B9D516E9664D}" srcOrd="0" destOrd="0" presId="urn:microsoft.com/office/officeart/2005/8/layout/vList2"/>
    <dgm:cxn modelId="{45A4AB9C-0C26-49A9-BC3B-732DC4739A4F}" type="presParOf" srcId="{7B27AFE2-68CF-45E1-B201-BC7133E52E5D}" destId="{B6681C67-CDAB-4DC6-813B-6AA64B363672}" srcOrd="1" destOrd="0" presId="urn:microsoft.com/office/officeart/2005/8/layout/vList2"/>
    <dgm:cxn modelId="{37E65961-57BF-4E41-A5F9-AA7BF6938A34}" type="presParOf" srcId="{7B27AFE2-68CF-45E1-B201-BC7133E52E5D}" destId="{4F691663-E04C-4AAA-806E-632C61DD29EC}" srcOrd="2" destOrd="0" presId="urn:microsoft.com/office/officeart/2005/8/layout/vList2"/>
    <dgm:cxn modelId="{0E5CA99E-A67F-4FD4-8B9A-6E09D01D34A4}" type="presParOf" srcId="{7B27AFE2-68CF-45E1-B201-BC7133E52E5D}" destId="{C98BC295-417E-4109-8130-AEC87D3FB0AC}" srcOrd="3" destOrd="0" presId="urn:microsoft.com/office/officeart/2005/8/layout/vList2"/>
    <dgm:cxn modelId="{09CDA326-0429-420C-9E4A-9F60F11C471B}" type="presParOf" srcId="{7B27AFE2-68CF-45E1-B201-BC7133E52E5D}" destId="{6F2A414B-ABA3-4F5C-A3C8-19C4C283F43A}" srcOrd="4" destOrd="0" presId="urn:microsoft.com/office/officeart/2005/8/layout/vList2"/>
    <dgm:cxn modelId="{75C431B8-51EB-4A9F-9DDC-9A28A9659892}" type="presParOf" srcId="{7B27AFE2-68CF-45E1-B201-BC7133E52E5D}" destId="{591A92E5-61D4-41E9-B345-26715A8EB539}" srcOrd="5" destOrd="0" presId="urn:microsoft.com/office/officeart/2005/8/layout/vList2"/>
    <dgm:cxn modelId="{E54C111D-6542-4EEB-B6A2-70274652F65E}" type="presParOf" srcId="{7B27AFE2-68CF-45E1-B201-BC7133E52E5D}" destId="{B2A8E782-4586-4471-8BFC-B0713E29E9F9}" srcOrd="6" destOrd="0" presId="urn:microsoft.com/office/officeart/2005/8/layout/vList2"/>
    <dgm:cxn modelId="{363186F2-B9B3-4E4C-9780-81B8DB58F617}" type="presParOf" srcId="{7B27AFE2-68CF-45E1-B201-BC7133E52E5D}" destId="{B4F6065A-7E28-4085-9863-63D78A6DEF4F}" srcOrd="7"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AEC42F3-E702-402D-9622-04526EDCE1DB}"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IN"/>
        </a:p>
      </dgm:t>
    </dgm:pt>
    <dgm:pt modelId="{AB343A72-7F10-4CDA-9222-56BEA94E64D9}">
      <dgm:prSet/>
      <dgm:spPr/>
      <dgm:t>
        <a:bodyPr/>
        <a:lstStyle/>
        <a:p>
          <a:r>
            <a:rPr lang="en-US" b="0" i="0" baseline="0"/>
            <a:t>A single </a:t>
          </a:r>
          <a:r>
            <a:rPr lang="en-US" b="1" i="0" baseline="0"/>
            <a:t>Supervisor Agent</a:t>
          </a:r>
          <a:r>
            <a:rPr lang="en-US" b="0" i="0" baseline="0"/>
            <a:t> is responsible for receiving the user request, breaking it down into</a:t>
          </a:r>
          <a:endParaRPr lang="en-IN"/>
        </a:p>
      </dgm:t>
    </dgm:pt>
    <dgm:pt modelId="{EB29BB19-7429-4414-8CE6-F7E81F29112F}" type="parTrans" cxnId="{CE39F935-D22E-4B7F-81DA-74146AAAC9A4}">
      <dgm:prSet/>
      <dgm:spPr/>
      <dgm:t>
        <a:bodyPr/>
        <a:lstStyle/>
        <a:p>
          <a:endParaRPr lang="en-IN"/>
        </a:p>
      </dgm:t>
    </dgm:pt>
    <dgm:pt modelId="{A8DFB321-96FC-4E4F-9D3E-E85EFB9FB098}" type="sibTrans" cxnId="{CE39F935-D22E-4B7F-81DA-74146AAAC9A4}">
      <dgm:prSet/>
      <dgm:spPr/>
      <dgm:t>
        <a:bodyPr/>
        <a:lstStyle/>
        <a:p>
          <a:endParaRPr lang="en-IN"/>
        </a:p>
      </dgm:t>
    </dgm:pt>
    <dgm:pt modelId="{EA7A0276-38E1-4290-9781-A3DDA800BFD7}">
      <dgm:prSet/>
      <dgm:spPr/>
      <dgm:t>
        <a:bodyPr/>
        <a:lstStyle/>
        <a:p>
          <a:r>
            <a:rPr lang="en-US" b="0" i="0" baseline="0"/>
            <a:t>sub-tasks and delegating those tasks to specialized </a:t>
          </a:r>
          <a:r>
            <a:rPr lang="en-US" b="1" i="0" baseline="0"/>
            <a:t>Sub-Agents</a:t>
          </a:r>
          <a:r>
            <a:rPr lang="en-US" b="0" i="0" baseline="0"/>
            <a:t>.</a:t>
          </a:r>
          <a:endParaRPr lang="en-IN"/>
        </a:p>
      </dgm:t>
    </dgm:pt>
    <dgm:pt modelId="{36DCEB14-4758-4BDE-89A1-5EBEB6CD508A}" type="parTrans" cxnId="{8CF0F7E9-DF46-4A6E-81F3-EB779A8B914B}">
      <dgm:prSet/>
      <dgm:spPr/>
      <dgm:t>
        <a:bodyPr/>
        <a:lstStyle/>
        <a:p>
          <a:endParaRPr lang="en-IN"/>
        </a:p>
      </dgm:t>
    </dgm:pt>
    <dgm:pt modelId="{8B817E1A-4DFA-43F8-8624-1718E111AAD1}" type="sibTrans" cxnId="{8CF0F7E9-DF46-4A6E-81F3-EB779A8B914B}">
      <dgm:prSet/>
      <dgm:spPr/>
      <dgm:t>
        <a:bodyPr/>
        <a:lstStyle/>
        <a:p>
          <a:endParaRPr lang="en-IN"/>
        </a:p>
      </dgm:t>
    </dgm:pt>
    <dgm:pt modelId="{E5AC38B6-950C-425E-9EF9-A3D15750F1B2}">
      <dgm:prSet/>
      <dgm:spPr/>
      <dgm:t>
        <a:bodyPr/>
        <a:lstStyle/>
        <a:p>
          <a:r>
            <a:rPr lang="en-US" b="1" i="0" baseline="0"/>
            <a:t>Pattern:</a:t>
          </a:r>
          <a:r>
            <a:rPr lang="en-US" b="0" i="0" baseline="0"/>
            <a:t> </a:t>
          </a:r>
          <a:r>
            <a:rPr lang="en-US" b="1" i="0" baseline="0"/>
            <a:t>User</a:t>
          </a:r>
          <a:r>
            <a:rPr lang="en-US" b="0" i="0" baseline="0"/>
            <a:t> </a:t>
          </a:r>
          <a:r>
            <a:rPr lang="en-US"/>
            <a:t>-&gt;</a:t>
          </a:r>
          <a:r>
            <a:rPr lang="en-US" b="0" i="0" baseline="0"/>
            <a:t> </a:t>
          </a:r>
          <a:r>
            <a:rPr lang="en-US" b="1" i="0" baseline="0"/>
            <a:t>Supervisor Agent</a:t>
          </a:r>
          <a:r>
            <a:rPr lang="en-US" b="0" i="0" baseline="0"/>
            <a:t> </a:t>
          </a:r>
          <a:r>
            <a:rPr lang="en-US"/>
            <a:t>-&gt;</a:t>
          </a:r>
          <a:r>
            <a:rPr lang="en-US" b="0" i="0" baseline="0"/>
            <a:t> </a:t>
          </a:r>
          <a:r>
            <a:rPr lang="en-US" b="1" i="0" baseline="0"/>
            <a:t>Sub-Agent 1</a:t>
          </a:r>
          <a:r>
            <a:rPr lang="en-US" b="0" i="0" baseline="0"/>
            <a:t> (Task A), </a:t>
          </a:r>
          <a:r>
            <a:rPr lang="en-US" b="1" i="0" baseline="0"/>
            <a:t>Sub-Agent 2</a:t>
          </a:r>
          <a:r>
            <a:rPr lang="en-US" b="0" i="0" baseline="0"/>
            <a:t> (Task B) </a:t>
          </a:r>
          <a:endParaRPr lang="en-IN"/>
        </a:p>
      </dgm:t>
    </dgm:pt>
    <dgm:pt modelId="{ADDD0F5B-4060-4066-85B9-678AD8137F9D}" type="parTrans" cxnId="{1149F4CC-65DB-4253-97FF-1DEEA91A3119}">
      <dgm:prSet/>
      <dgm:spPr/>
      <dgm:t>
        <a:bodyPr/>
        <a:lstStyle/>
        <a:p>
          <a:endParaRPr lang="en-IN"/>
        </a:p>
      </dgm:t>
    </dgm:pt>
    <dgm:pt modelId="{EB0B9B0B-82BE-40BB-BBFC-DC4AA157D9AD}" type="sibTrans" cxnId="{1149F4CC-65DB-4253-97FF-1DEEA91A3119}">
      <dgm:prSet/>
      <dgm:spPr/>
      <dgm:t>
        <a:bodyPr/>
        <a:lstStyle/>
        <a:p>
          <a:endParaRPr lang="en-IN"/>
        </a:p>
      </dgm:t>
    </dgm:pt>
    <dgm:pt modelId="{A1F3F689-0F02-4AF4-B6CF-A722CB888A34}">
      <dgm:prSet/>
      <dgm:spPr/>
      <dgm:t>
        <a:bodyPr/>
        <a:lstStyle/>
        <a:p>
          <a:r>
            <a:rPr lang="en-US" b="1" i="0" baseline="0"/>
            <a:t>Supervisor Agent</a:t>
          </a:r>
          <a:r>
            <a:rPr lang="en-US" b="0" i="0" baseline="0"/>
            <a:t> (Aggregation) -&gt; </a:t>
          </a:r>
          <a:r>
            <a:rPr lang="en-US" b="1" i="0" baseline="0"/>
            <a:t>Final Output</a:t>
          </a:r>
          <a:endParaRPr lang="en-IN"/>
        </a:p>
      </dgm:t>
    </dgm:pt>
    <dgm:pt modelId="{514C5A6A-44AF-4158-8FB2-656806A7B4F4}" type="parTrans" cxnId="{1A69E20E-A26F-473C-861A-DF31DD84E572}">
      <dgm:prSet/>
      <dgm:spPr/>
      <dgm:t>
        <a:bodyPr/>
        <a:lstStyle/>
        <a:p>
          <a:endParaRPr lang="en-IN"/>
        </a:p>
      </dgm:t>
    </dgm:pt>
    <dgm:pt modelId="{429B656D-36A1-4C0B-9B74-8ABFCE685E2C}" type="sibTrans" cxnId="{1A69E20E-A26F-473C-861A-DF31DD84E572}">
      <dgm:prSet/>
      <dgm:spPr/>
      <dgm:t>
        <a:bodyPr/>
        <a:lstStyle/>
        <a:p>
          <a:endParaRPr lang="en-IN"/>
        </a:p>
      </dgm:t>
    </dgm:pt>
    <dgm:pt modelId="{12FD39B6-595F-4F95-9B37-5B740F45B77B}">
      <dgm:prSet/>
      <dgm:spPr/>
      <dgm:t>
        <a:bodyPr/>
        <a:lstStyle/>
        <a:p>
          <a:r>
            <a:rPr lang="en-US" b="1" i="0" baseline="0"/>
            <a:t>Agent Roles:</a:t>
          </a:r>
          <a:endParaRPr lang="en-IN"/>
        </a:p>
      </dgm:t>
    </dgm:pt>
    <dgm:pt modelId="{DE119B8C-357C-40FB-9F8E-8CEABA4251F8}" type="parTrans" cxnId="{BB67C4C1-A642-4A07-9B28-1AE8DEFCA873}">
      <dgm:prSet/>
      <dgm:spPr/>
      <dgm:t>
        <a:bodyPr/>
        <a:lstStyle/>
        <a:p>
          <a:endParaRPr lang="en-IN"/>
        </a:p>
      </dgm:t>
    </dgm:pt>
    <dgm:pt modelId="{BBB12276-542E-4A3C-955E-6084903F96A8}" type="sibTrans" cxnId="{BB67C4C1-A642-4A07-9B28-1AE8DEFCA873}">
      <dgm:prSet/>
      <dgm:spPr/>
      <dgm:t>
        <a:bodyPr/>
        <a:lstStyle/>
        <a:p>
          <a:endParaRPr lang="en-IN"/>
        </a:p>
      </dgm:t>
    </dgm:pt>
    <dgm:pt modelId="{E9406544-BDF8-455F-AA50-47A356EEA4E6}">
      <dgm:prSet/>
      <dgm:spPr/>
      <dgm:t>
        <a:bodyPr/>
        <a:lstStyle/>
        <a:p>
          <a:r>
            <a:rPr lang="en-US" b="1" i="0" baseline="0"/>
            <a:t>Supervisor Agent:</a:t>
          </a:r>
          <a:r>
            <a:rPr lang="en-US" b="0" i="0" baseline="0"/>
            <a:t> Uses a powerful LLM (e.g., a larger model running on Ollama) to </a:t>
          </a:r>
          <a:endParaRPr lang="en-IN"/>
        </a:p>
      </dgm:t>
    </dgm:pt>
    <dgm:pt modelId="{A5BE241D-C107-4268-AAA0-4C97B136F716}" type="parTrans" cxnId="{52D87158-288B-4621-9E21-5400204B715C}">
      <dgm:prSet/>
      <dgm:spPr/>
      <dgm:t>
        <a:bodyPr/>
        <a:lstStyle/>
        <a:p>
          <a:endParaRPr lang="en-IN"/>
        </a:p>
      </dgm:t>
    </dgm:pt>
    <dgm:pt modelId="{46E3AFD2-69A5-4D04-BF7F-437F0D5CE4D4}" type="sibTrans" cxnId="{52D87158-288B-4621-9E21-5400204B715C}">
      <dgm:prSet/>
      <dgm:spPr/>
      <dgm:t>
        <a:bodyPr/>
        <a:lstStyle/>
        <a:p>
          <a:endParaRPr lang="en-IN"/>
        </a:p>
      </dgm:t>
    </dgm:pt>
    <dgm:pt modelId="{56BBDE9E-5A65-4DE9-9AAB-7D19DB6929A6}">
      <dgm:prSet/>
      <dgm:spPr/>
      <dgm:t>
        <a:bodyPr/>
        <a:lstStyle/>
        <a:p>
          <a:r>
            <a:rPr lang="en-US" b="0" i="0" baseline="0"/>
            <a:t>manage state, plan the workflow, and aggregate final results.</a:t>
          </a:r>
          <a:endParaRPr lang="en-IN"/>
        </a:p>
      </dgm:t>
    </dgm:pt>
    <dgm:pt modelId="{41CF49DC-5A47-4165-A450-15473CD3F5F7}" type="parTrans" cxnId="{DE7B333A-6D2C-436C-AC9F-853401DBD84E}">
      <dgm:prSet/>
      <dgm:spPr/>
      <dgm:t>
        <a:bodyPr/>
        <a:lstStyle/>
        <a:p>
          <a:endParaRPr lang="en-IN"/>
        </a:p>
      </dgm:t>
    </dgm:pt>
    <dgm:pt modelId="{9B116363-9F2B-42B7-8657-57942CE651C7}" type="sibTrans" cxnId="{DE7B333A-6D2C-436C-AC9F-853401DBD84E}">
      <dgm:prSet/>
      <dgm:spPr/>
      <dgm:t>
        <a:bodyPr/>
        <a:lstStyle/>
        <a:p>
          <a:endParaRPr lang="en-IN"/>
        </a:p>
      </dgm:t>
    </dgm:pt>
    <dgm:pt modelId="{0BEC6246-D42B-4B67-8B7B-93F1CC6A5FC9}">
      <dgm:prSet/>
      <dgm:spPr/>
      <dgm:t>
        <a:bodyPr/>
        <a:lstStyle/>
        <a:p>
          <a:r>
            <a:rPr lang="en-US" b="1" i="0" baseline="0"/>
            <a:t>Sub-Agent 1 (Code Analyst):</a:t>
          </a:r>
          <a:r>
            <a:rPr lang="en-US" b="0" i="0" baseline="0"/>
            <a:t> Reads a code snippet and checks for bugs.</a:t>
          </a:r>
          <a:endParaRPr lang="en-IN"/>
        </a:p>
      </dgm:t>
    </dgm:pt>
    <dgm:pt modelId="{CB9ECC9B-8625-4789-A736-5028CFE3BB9F}" type="parTrans" cxnId="{C2AADE75-4229-457B-9A39-F8DD9B9DC31B}">
      <dgm:prSet/>
      <dgm:spPr/>
      <dgm:t>
        <a:bodyPr/>
        <a:lstStyle/>
        <a:p>
          <a:endParaRPr lang="en-IN"/>
        </a:p>
      </dgm:t>
    </dgm:pt>
    <dgm:pt modelId="{079EC0A8-8DE0-4BE4-BA4B-605D35D11D42}" type="sibTrans" cxnId="{C2AADE75-4229-457B-9A39-F8DD9B9DC31B}">
      <dgm:prSet/>
      <dgm:spPr/>
      <dgm:t>
        <a:bodyPr/>
        <a:lstStyle/>
        <a:p>
          <a:endParaRPr lang="en-IN"/>
        </a:p>
      </dgm:t>
    </dgm:pt>
    <dgm:pt modelId="{3C76253A-D850-47D5-8A29-23A732C0E462}">
      <dgm:prSet/>
      <dgm:spPr/>
      <dgm:t>
        <a:bodyPr/>
        <a:lstStyle/>
        <a:p>
          <a:r>
            <a:rPr lang="en-US" b="1" i="0" baseline="0"/>
            <a:t>Sub-Agent 2 (Documentation Writer):</a:t>
          </a:r>
          <a:r>
            <a:rPr lang="en-US" b="0" i="0" baseline="0"/>
            <a:t> Writes a docstring for the code.</a:t>
          </a:r>
          <a:endParaRPr lang="en-IN"/>
        </a:p>
      </dgm:t>
    </dgm:pt>
    <dgm:pt modelId="{503DF1F6-FDCF-4FE0-94DC-A3CF6496D6D4}" type="parTrans" cxnId="{4210546A-24AB-40C1-923C-EA1C6DE9822A}">
      <dgm:prSet/>
      <dgm:spPr/>
      <dgm:t>
        <a:bodyPr/>
        <a:lstStyle/>
        <a:p>
          <a:endParaRPr lang="en-IN"/>
        </a:p>
      </dgm:t>
    </dgm:pt>
    <dgm:pt modelId="{CC92B017-BB60-4C6C-9F9A-23C1682D60A8}" type="sibTrans" cxnId="{4210546A-24AB-40C1-923C-EA1C6DE9822A}">
      <dgm:prSet/>
      <dgm:spPr/>
      <dgm:t>
        <a:bodyPr/>
        <a:lstStyle/>
        <a:p>
          <a:endParaRPr lang="en-IN"/>
        </a:p>
      </dgm:t>
    </dgm:pt>
    <dgm:pt modelId="{36E74846-2A6A-433B-975D-47A82A3F0A6D}" type="pres">
      <dgm:prSet presAssocID="{4AEC42F3-E702-402D-9622-04526EDCE1DB}" presName="linear" presStyleCnt="0">
        <dgm:presLayoutVars>
          <dgm:animLvl val="lvl"/>
          <dgm:resizeHandles val="exact"/>
        </dgm:presLayoutVars>
      </dgm:prSet>
      <dgm:spPr/>
    </dgm:pt>
    <dgm:pt modelId="{5A18FDF6-40B0-4858-8F9B-8920DCA72C67}" type="pres">
      <dgm:prSet presAssocID="{AB343A72-7F10-4CDA-9222-56BEA94E64D9}" presName="parentText" presStyleLbl="node1" presStyleIdx="0" presStyleCnt="5">
        <dgm:presLayoutVars>
          <dgm:chMax val="0"/>
          <dgm:bulletEnabled val="1"/>
        </dgm:presLayoutVars>
      </dgm:prSet>
      <dgm:spPr/>
    </dgm:pt>
    <dgm:pt modelId="{202B8D99-7B84-4331-8964-3C3BD9C4279D}" type="pres">
      <dgm:prSet presAssocID="{A8DFB321-96FC-4E4F-9D3E-E85EFB9FB098}" presName="spacer" presStyleCnt="0"/>
      <dgm:spPr/>
    </dgm:pt>
    <dgm:pt modelId="{A43C9261-1808-43E4-8796-3EAE8979331D}" type="pres">
      <dgm:prSet presAssocID="{EA7A0276-38E1-4290-9781-A3DDA800BFD7}" presName="parentText" presStyleLbl="node1" presStyleIdx="1" presStyleCnt="5">
        <dgm:presLayoutVars>
          <dgm:chMax val="0"/>
          <dgm:bulletEnabled val="1"/>
        </dgm:presLayoutVars>
      </dgm:prSet>
      <dgm:spPr/>
    </dgm:pt>
    <dgm:pt modelId="{C92F6C36-53C1-41F6-823A-33DBF03B1571}" type="pres">
      <dgm:prSet presAssocID="{8B817E1A-4DFA-43F8-8624-1718E111AAD1}" presName="spacer" presStyleCnt="0"/>
      <dgm:spPr/>
    </dgm:pt>
    <dgm:pt modelId="{0A81829C-7EDE-488F-8D07-F3B14E040968}" type="pres">
      <dgm:prSet presAssocID="{E5AC38B6-950C-425E-9EF9-A3D15750F1B2}" presName="parentText" presStyleLbl="node1" presStyleIdx="2" presStyleCnt="5">
        <dgm:presLayoutVars>
          <dgm:chMax val="0"/>
          <dgm:bulletEnabled val="1"/>
        </dgm:presLayoutVars>
      </dgm:prSet>
      <dgm:spPr/>
    </dgm:pt>
    <dgm:pt modelId="{7F077757-E96F-49A3-914B-5B4926E219C7}" type="pres">
      <dgm:prSet presAssocID="{EB0B9B0B-82BE-40BB-BBFC-DC4AA157D9AD}" presName="spacer" presStyleCnt="0"/>
      <dgm:spPr/>
    </dgm:pt>
    <dgm:pt modelId="{6097F6B7-22C2-417A-8521-25C82D1C9A2D}" type="pres">
      <dgm:prSet presAssocID="{A1F3F689-0F02-4AF4-B6CF-A722CB888A34}" presName="parentText" presStyleLbl="node1" presStyleIdx="3" presStyleCnt="5">
        <dgm:presLayoutVars>
          <dgm:chMax val="0"/>
          <dgm:bulletEnabled val="1"/>
        </dgm:presLayoutVars>
      </dgm:prSet>
      <dgm:spPr/>
    </dgm:pt>
    <dgm:pt modelId="{DF78D686-2FCF-4670-AAE6-6CEB25D132C7}" type="pres">
      <dgm:prSet presAssocID="{429B656D-36A1-4C0B-9B74-8ABFCE685E2C}" presName="spacer" presStyleCnt="0"/>
      <dgm:spPr/>
    </dgm:pt>
    <dgm:pt modelId="{864D1C9A-1C74-4969-988A-78AE12256F51}" type="pres">
      <dgm:prSet presAssocID="{12FD39B6-595F-4F95-9B37-5B740F45B77B}" presName="parentText" presStyleLbl="node1" presStyleIdx="4" presStyleCnt="5">
        <dgm:presLayoutVars>
          <dgm:chMax val="0"/>
          <dgm:bulletEnabled val="1"/>
        </dgm:presLayoutVars>
      </dgm:prSet>
      <dgm:spPr/>
    </dgm:pt>
    <dgm:pt modelId="{CE0C0D46-4678-4156-AED1-2B70ED460B48}" type="pres">
      <dgm:prSet presAssocID="{12FD39B6-595F-4F95-9B37-5B740F45B77B}" presName="childText" presStyleLbl="revTx" presStyleIdx="0" presStyleCnt="1">
        <dgm:presLayoutVars>
          <dgm:bulletEnabled val="1"/>
        </dgm:presLayoutVars>
      </dgm:prSet>
      <dgm:spPr/>
    </dgm:pt>
  </dgm:ptLst>
  <dgm:cxnLst>
    <dgm:cxn modelId="{78740501-90E6-4E27-B18A-78E0BEFBB51D}" type="presOf" srcId="{0BEC6246-D42B-4B67-8B7B-93F1CC6A5FC9}" destId="{CE0C0D46-4678-4156-AED1-2B70ED460B48}" srcOrd="0" destOrd="2" presId="urn:microsoft.com/office/officeart/2005/8/layout/vList2"/>
    <dgm:cxn modelId="{1A69E20E-A26F-473C-861A-DF31DD84E572}" srcId="{4AEC42F3-E702-402D-9622-04526EDCE1DB}" destId="{A1F3F689-0F02-4AF4-B6CF-A722CB888A34}" srcOrd="3" destOrd="0" parTransId="{514C5A6A-44AF-4158-8FB2-656806A7B4F4}" sibTransId="{429B656D-36A1-4C0B-9B74-8ABFCE685E2C}"/>
    <dgm:cxn modelId="{B6BB9D15-6F06-4239-8F65-552AB75A6A86}" type="presOf" srcId="{AB343A72-7F10-4CDA-9222-56BEA94E64D9}" destId="{5A18FDF6-40B0-4858-8F9B-8920DCA72C67}" srcOrd="0" destOrd="0" presId="urn:microsoft.com/office/officeart/2005/8/layout/vList2"/>
    <dgm:cxn modelId="{CE39F935-D22E-4B7F-81DA-74146AAAC9A4}" srcId="{4AEC42F3-E702-402D-9622-04526EDCE1DB}" destId="{AB343A72-7F10-4CDA-9222-56BEA94E64D9}" srcOrd="0" destOrd="0" parTransId="{EB29BB19-7429-4414-8CE6-F7E81F29112F}" sibTransId="{A8DFB321-96FC-4E4F-9D3E-E85EFB9FB098}"/>
    <dgm:cxn modelId="{DE7B333A-6D2C-436C-AC9F-853401DBD84E}" srcId="{12FD39B6-595F-4F95-9B37-5B740F45B77B}" destId="{56BBDE9E-5A65-4DE9-9AAB-7D19DB6929A6}" srcOrd="1" destOrd="0" parTransId="{41CF49DC-5A47-4165-A450-15473CD3F5F7}" sibTransId="{9B116363-9F2B-42B7-8657-57942CE651C7}"/>
    <dgm:cxn modelId="{350EDE68-C47C-46C7-8683-CAD67ACF36FB}" type="presOf" srcId="{12FD39B6-595F-4F95-9B37-5B740F45B77B}" destId="{864D1C9A-1C74-4969-988A-78AE12256F51}" srcOrd="0" destOrd="0" presId="urn:microsoft.com/office/officeart/2005/8/layout/vList2"/>
    <dgm:cxn modelId="{4210546A-24AB-40C1-923C-EA1C6DE9822A}" srcId="{12FD39B6-595F-4F95-9B37-5B740F45B77B}" destId="{3C76253A-D850-47D5-8A29-23A732C0E462}" srcOrd="3" destOrd="0" parTransId="{503DF1F6-FDCF-4FE0-94DC-A3CF6496D6D4}" sibTransId="{CC92B017-BB60-4C6C-9F9A-23C1682D60A8}"/>
    <dgm:cxn modelId="{C2AADE75-4229-457B-9A39-F8DD9B9DC31B}" srcId="{12FD39B6-595F-4F95-9B37-5B740F45B77B}" destId="{0BEC6246-D42B-4B67-8B7B-93F1CC6A5FC9}" srcOrd="2" destOrd="0" parTransId="{CB9ECC9B-8625-4789-A736-5028CFE3BB9F}" sibTransId="{079EC0A8-8DE0-4BE4-BA4B-605D35D11D42}"/>
    <dgm:cxn modelId="{52D87158-288B-4621-9E21-5400204B715C}" srcId="{12FD39B6-595F-4F95-9B37-5B740F45B77B}" destId="{E9406544-BDF8-455F-AA50-47A356EEA4E6}" srcOrd="0" destOrd="0" parTransId="{A5BE241D-C107-4268-AAA0-4C97B136F716}" sibTransId="{46E3AFD2-69A5-4D04-BF7F-437F0D5CE4D4}"/>
    <dgm:cxn modelId="{64A3FB85-FB94-4E20-A79E-2921F8BFFF8D}" type="presOf" srcId="{E9406544-BDF8-455F-AA50-47A356EEA4E6}" destId="{CE0C0D46-4678-4156-AED1-2B70ED460B48}" srcOrd="0" destOrd="0" presId="urn:microsoft.com/office/officeart/2005/8/layout/vList2"/>
    <dgm:cxn modelId="{8EA8CEA4-F54D-4DF8-A41A-17145D36D127}" type="presOf" srcId="{56BBDE9E-5A65-4DE9-9AAB-7D19DB6929A6}" destId="{CE0C0D46-4678-4156-AED1-2B70ED460B48}" srcOrd="0" destOrd="1" presId="urn:microsoft.com/office/officeart/2005/8/layout/vList2"/>
    <dgm:cxn modelId="{D4319DC0-ED73-4F37-BC79-62B08AEA1E47}" type="presOf" srcId="{4AEC42F3-E702-402D-9622-04526EDCE1DB}" destId="{36E74846-2A6A-433B-975D-47A82A3F0A6D}" srcOrd="0" destOrd="0" presId="urn:microsoft.com/office/officeart/2005/8/layout/vList2"/>
    <dgm:cxn modelId="{BB67C4C1-A642-4A07-9B28-1AE8DEFCA873}" srcId="{4AEC42F3-E702-402D-9622-04526EDCE1DB}" destId="{12FD39B6-595F-4F95-9B37-5B740F45B77B}" srcOrd="4" destOrd="0" parTransId="{DE119B8C-357C-40FB-9F8E-8CEABA4251F8}" sibTransId="{BBB12276-542E-4A3C-955E-6084903F96A8}"/>
    <dgm:cxn modelId="{1149F4CC-65DB-4253-97FF-1DEEA91A3119}" srcId="{4AEC42F3-E702-402D-9622-04526EDCE1DB}" destId="{E5AC38B6-950C-425E-9EF9-A3D15750F1B2}" srcOrd="2" destOrd="0" parTransId="{ADDD0F5B-4060-4066-85B9-678AD8137F9D}" sibTransId="{EB0B9B0B-82BE-40BB-BBFC-DC4AA157D9AD}"/>
    <dgm:cxn modelId="{00F78CE3-D8B6-4A2F-AC54-B4F40AB61AB3}" type="presOf" srcId="{EA7A0276-38E1-4290-9781-A3DDA800BFD7}" destId="{A43C9261-1808-43E4-8796-3EAE8979331D}" srcOrd="0" destOrd="0" presId="urn:microsoft.com/office/officeart/2005/8/layout/vList2"/>
    <dgm:cxn modelId="{6F437DE4-D87B-40D6-8F56-54754D8DFE9E}" type="presOf" srcId="{3C76253A-D850-47D5-8A29-23A732C0E462}" destId="{CE0C0D46-4678-4156-AED1-2B70ED460B48}" srcOrd="0" destOrd="3" presId="urn:microsoft.com/office/officeart/2005/8/layout/vList2"/>
    <dgm:cxn modelId="{8CF0F7E9-DF46-4A6E-81F3-EB779A8B914B}" srcId="{4AEC42F3-E702-402D-9622-04526EDCE1DB}" destId="{EA7A0276-38E1-4290-9781-A3DDA800BFD7}" srcOrd="1" destOrd="0" parTransId="{36DCEB14-4758-4BDE-89A1-5EBEB6CD508A}" sibTransId="{8B817E1A-4DFA-43F8-8624-1718E111AAD1}"/>
    <dgm:cxn modelId="{F2E599F3-9205-4019-B42D-97794718A589}" type="presOf" srcId="{E5AC38B6-950C-425E-9EF9-A3D15750F1B2}" destId="{0A81829C-7EDE-488F-8D07-F3B14E040968}" srcOrd="0" destOrd="0" presId="urn:microsoft.com/office/officeart/2005/8/layout/vList2"/>
    <dgm:cxn modelId="{484588F7-EDC0-4EC9-AB2E-C79674CDA9F4}" type="presOf" srcId="{A1F3F689-0F02-4AF4-B6CF-A722CB888A34}" destId="{6097F6B7-22C2-417A-8521-25C82D1C9A2D}" srcOrd="0" destOrd="0" presId="urn:microsoft.com/office/officeart/2005/8/layout/vList2"/>
    <dgm:cxn modelId="{8D8F027A-20A3-40DE-8544-B943FBAB14DA}" type="presParOf" srcId="{36E74846-2A6A-433B-975D-47A82A3F0A6D}" destId="{5A18FDF6-40B0-4858-8F9B-8920DCA72C67}" srcOrd="0" destOrd="0" presId="urn:microsoft.com/office/officeart/2005/8/layout/vList2"/>
    <dgm:cxn modelId="{AB41132E-E899-4E7F-8F81-750123F4CA16}" type="presParOf" srcId="{36E74846-2A6A-433B-975D-47A82A3F0A6D}" destId="{202B8D99-7B84-4331-8964-3C3BD9C4279D}" srcOrd="1" destOrd="0" presId="urn:microsoft.com/office/officeart/2005/8/layout/vList2"/>
    <dgm:cxn modelId="{28CDAAB3-AAF3-4ACA-9F7F-A449569609F0}" type="presParOf" srcId="{36E74846-2A6A-433B-975D-47A82A3F0A6D}" destId="{A43C9261-1808-43E4-8796-3EAE8979331D}" srcOrd="2" destOrd="0" presId="urn:microsoft.com/office/officeart/2005/8/layout/vList2"/>
    <dgm:cxn modelId="{843AAC88-66DE-40D7-B264-720A6F4CC09F}" type="presParOf" srcId="{36E74846-2A6A-433B-975D-47A82A3F0A6D}" destId="{C92F6C36-53C1-41F6-823A-33DBF03B1571}" srcOrd="3" destOrd="0" presId="urn:microsoft.com/office/officeart/2005/8/layout/vList2"/>
    <dgm:cxn modelId="{66942F27-3B4E-437B-B92C-3E8B38D1EA5D}" type="presParOf" srcId="{36E74846-2A6A-433B-975D-47A82A3F0A6D}" destId="{0A81829C-7EDE-488F-8D07-F3B14E040968}" srcOrd="4" destOrd="0" presId="urn:microsoft.com/office/officeart/2005/8/layout/vList2"/>
    <dgm:cxn modelId="{4950245A-5D9C-40C1-86A3-924C82D0F766}" type="presParOf" srcId="{36E74846-2A6A-433B-975D-47A82A3F0A6D}" destId="{7F077757-E96F-49A3-914B-5B4926E219C7}" srcOrd="5" destOrd="0" presId="urn:microsoft.com/office/officeart/2005/8/layout/vList2"/>
    <dgm:cxn modelId="{21BEE9E9-E223-469B-9CCD-9648A700BD33}" type="presParOf" srcId="{36E74846-2A6A-433B-975D-47A82A3F0A6D}" destId="{6097F6B7-22C2-417A-8521-25C82D1C9A2D}" srcOrd="6" destOrd="0" presId="urn:microsoft.com/office/officeart/2005/8/layout/vList2"/>
    <dgm:cxn modelId="{141B3187-A8E2-49C6-B208-BA0525BFE1E2}" type="presParOf" srcId="{36E74846-2A6A-433B-975D-47A82A3F0A6D}" destId="{DF78D686-2FCF-4670-AAE6-6CEB25D132C7}" srcOrd="7" destOrd="0" presId="urn:microsoft.com/office/officeart/2005/8/layout/vList2"/>
    <dgm:cxn modelId="{88BCA8E2-59EA-4785-917C-CB78EA6587CC}" type="presParOf" srcId="{36E74846-2A6A-433B-975D-47A82A3F0A6D}" destId="{864D1C9A-1C74-4969-988A-78AE12256F51}" srcOrd="8" destOrd="0" presId="urn:microsoft.com/office/officeart/2005/8/layout/vList2"/>
    <dgm:cxn modelId="{4997CD2C-A64B-4CF3-9979-B89208FB8D46}" type="presParOf" srcId="{36E74846-2A6A-433B-975D-47A82A3F0A6D}" destId="{CE0C0D46-4678-4156-AED1-2B70ED460B48}" srcOrd="9"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DDD2F69-46DE-47FF-B661-5ABB100C7F39}"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IN"/>
        </a:p>
      </dgm:t>
    </dgm:pt>
    <dgm:pt modelId="{3E6EC564-7B85-42AC-924E-1B74EC1B4BF7}">
      <dgm:prSet/>
      <dgm:spPr/>
      <dgm:t>
        <a:bodyPr/>
        <a:lstStyle/>
        <a:p>
          <a:r>
            <a:rPr lang="en-US" b="0" i="0" baseline="0"/>
            <a:t>Tasks that do not depend on each other's output are executed simultaneously by different </a:t>
          </a:r>
          <a:endParaRPr lang="en-IN"/>
        </a:p>
      </dgm:t>
    </dgm:pt>
    <dgm:pt modelId="{24B06D5F-6E26-4FBA-ACF8-592D34CD5587}" type="parTrans" cxnId="{A85455C6-991F-4C98-9DA6-B34A5788D57A}">
      <dgm:prSet/>
      <dgm:spPr/>
      <dgm:t>
        <a:bodyPr/>
        <a:lstStyle/>
        <a:p>
          <a:endParaRPr lang="en-IN"/>
        </a:p>
      </dgm:t>
    </dgm:pt>
    <dgm:pt modelId="{B4B1F31F-AF96-41FA-AF56-86A781E1390D}" type="sibTrans" cxnId="{A85455C6-991F-4C98-9DA6-B34A5788D57A}">
      <dgm:prSet/>
      <dgm:spPr/>
      <dgm:t>
        <a:bodyPr/>
        <a:lstStyle/>
        <a:p>
          <a:endParaRPr lang="en-IN"/>
        </a:p>
      </dgm:t>
    </dgm:pt>
    <dgm:pt modelId="{790511A6-041B-40B6-9F9B-30BD3946FDF9}">
      <dgm:prSet/>
      <dgm:spPr/>
      <dgm:t>
        <a:bodyPr/>
        <a:lstStyle/>
        <a:p>
          <a:r>
            <a:rPr lang="en-US" b="0" i="0" baseline="0"/>
            <a:t>Agents</a:t>
          </a:r>
          <a:r>
            <a:rPr lang="en-US"/>
            <a:t> </a:t>
          </a:r>
          <a:r>
            <a:rPr lang="en-US" b="0" i="0" baseline="0"/>
            <a:t>to save time, and their results are later merged by a final agent.</a:t>
          </a:r>
          <a:endParaRPr lang="en-IN"/>
        </a:p>
      </dgm:t>
    </dgm:pt>
    <dgm:pt modelId="{11DF924D-E814-4FAD-9D38-9601308D0B90}" type="parTrans" cxnId="{7871709A-5A81-40F5-8220-7A5C13E30467}">
      <dgm:prSet/>
      <dgm:spPr/>
      <dgm:t>
        <a:bodyPr/>
        <a:lstStyle/>
        <a:p>
          <a:endParaRPr lang="en-IN"/>
        </a:p>
      </dgm:t>
    </dgm:pt>
    <dgm:pt modelId="{6A761303-779B-49BC-8D48-1CDA3A86564D}" type="sibTrans" cxnId="{7871709A-5A81-40F5-8220-7A5C13E30467}">
      <dgm:prSet/>
      <dgm:spPr/>
      <dgm:t>
        <a:bodyPr/>
        <a:lstStyle/>
        <a:p>
          <a:endParaRPr lang="en-IN"/>
        </a:p>
      </dgm:t>
    </dgm:pt>
    <dgm:pt modelId="{477A05EB-68FA-4BF2-A41E-6D71CE5A9883}">
      <dgm:prSet/>
      <dgm:spPr/>
      <dgm:t>
        <a:bodyPr/>
        <a:lstStyle/>
        <a:p>
          <a:r>
            <a:rPr lang="en-US" b="1" i="0" baseline="0"/>
            <a:t>Pattern:</a:t>
          </a:r>
          <a:r>
            <a:rPr lang="en-US" b="0" i="0" baseline="0"/>
            <a:t> </a:t>
          </a:r>
          <a:r>
            <a:rPr lang="en-US" b="1" i="0" baseline="0"/>
            <a:t>User</a:t>
          </a:r>
          <a:r>
            <a:rPr lang="en-US"/>
            <a:t>-&gt;</a:t>
          </a:r>
          <a:r>
            <a:rPr lang="en-US" b="0" i="0" baseline="0"/>
            <a:t> </a:t>
          </a:r>
          <a:r>
            <a:rPr lang="en-US" b="1" i="0" baseline="0"/>
            <a:t>Coordinator</a:t>
          </a:r>
          <a:r>
            <a:rPr lang="en-US" b="0" i="0" baseline="0"/>
            <a:t> -&gt;</a:t>
          </a:r>
          <a:r>
            <a:rPr lang="en-US" b="1" i="0" baseline="0"/>
            <a:t>Agent A</a:t>
          </a:r>
          <a:r>
            <a:rPr lang="en-US" b="0" i="0" baseline="0"/>
            <a:t> (Run Task 1) + </a:t>
          </a:r>
          <a:r>
            <a:rPr lang="en-US" b="1" i="0" baseline="0"/>
            <a:t>Agent B</a:t>
          </a:r>
          <a:r>
            <a:rPr lang="en-US" b="0" i="0" baseline="0"/>
            <a:t> (Run Task 2)-&gt;</a:t>
          </a:r>
          <a:r>
            <a:rPr lang="en-US" b="1" i="0" baseline="0"/>
            <a:t>Aggregator</a:t>
          </a:r>
          <a:endParaRPr lang="en-IN"/>
        </a:p>
      </dgm:t>
    </dgm:pt>
    <dgm:pt modelId="{E71F5D60-4E0C-48CA-969B-A620DBAB7D21}" type="parTrans" cxnId="{896C54E4-AA72-4879-8B6F-F93B78A66E8C}">
      <dgm:prSet/>
      <dgm:spPr/>
      <dgm:t>
        <a:bodyPr/>
        <a:lstStyle/>
        <a:p>
          <a:endParaRPr lang="en-IN"/>
        </a:p>
      </dgm:t>
    </dgm:pt>
    <dgm:pt modelId="{4E367FEF-895F-4CEA-BBC9-FD771C6E8FDA}" type="sibTrans" cxnId="{896C54E4-AA72-4879-8B6F-F93B78A66E8C}">
      <dgm:prSet/>
      <dgm:spPr/>
      <dgm:t>
        <a:bodyPr/>
        <a:lstStyle/>
        <a:p>
          <a:endParaRPr lang="en-IN"/>
        </a:p>
      </dgm:t>
    </dgm:pt>
    <dgm:pt modelId="{2B1EE678-07A3-40E3-87CC-542D7BAE5D1F}">
      <dgm:prSet/>
      <dgm:spPr/>
      <dgm:t>
        <a:bodyPr/>
        <a:lstStyle/>
        <a:p>
          <a:r>
            <a:rPr lang="en-US" b="0" i="0" baseline="0"/>
            <a:t>-&gt; </a:t>
          </a:r>
          <a:r>
            <a:rPr lang="en-US" b="1" i="0" baseline="0"/>
            <a:t>Final Output</a:t>
          </a:r>
          <a:endParaRPr lang="en-IN"/>
        </a:p>
      </dgm:t>
    </dgm:pt>
    <dgm:pt modelId="{5E50E578-33F0-42CB-B2DF-E96E19E5799F}" type="parTrans" cxnId="{49135C33-74BB-4F45-9E78-FF03AE6B525D}">
      <dgm:prSet/>
      <dgm:spPr/>
      <dgm:t>
        <a:bodyPr/>
        <a:lstStyle/>
        <a:p>
          <a:endParaRPr lang="en-IN"/>
        </a:p>
      </dgm:t>
    </dgm:pt>
    <dgm:pt modelId="{ABFD2601-2929-4C31-8454-9CF4FA21449D}" type="sibTrans" cxnId="{49135C33-74BB-4F45-9E78-FF03AE6B525D}">
      <dgm:prSet/>
      <dgm:spPr/>
      <dgm:t>
        <a:bodyPr/>
        <a:lstStyle/>
        <a:p>
          <a:endParaRPr lang="en-IN"/>
        </a:p>
      </dgm:t>
    </dgm:pt>
    <dgm:pt modelId="{2E80D988-AAC1-42BD-86E3-431CA5D35BCE}">
      <dgm:prSet/>
      <dgm:spPr/>
      <dgm:t>
        <a:bodyPr/>
        <a:lstStyle/>
        <a:p>
          <a:r>
            <a:rPr lang="en-US" b="1" i="0" baseline="0"/>
            <a:t>Agent Roles:</a:t>
          </a:r>
          <a:endParaRPr lang="en-IN"/>
        </a:p>
      </dgm:t>
    </dgm:pt>
    <dgm:pt modelId="{7B793204-D2B6-4D89-AFCA-A7A9ED4BD8C8}" type="parTrans" cxnId="{742A9C55-D614-4C96-8590-F4E28A80703B}">
      <dgm:prSet/>
      <dgm:spPr/>
      <dgm:t>
        <a:bodyPr/>
        <a:lstStyle/>
        <a:p>
          <a:endParaRPr lang="en-IN"/>
        </a:p>
      </dgm:t>
    </dgm:pt>
    <dgm:pt modelId="{03AD1141-89E8-4F35-B58E-D7003D8425FF}" type="sibTrans" cxnId="{742A9C55-D614-4C96-8590-F4E28A80703B}">
      <dgm:prSet/>
      <dgm:spPr/>
      <dgm:t>
        <a:bodyPr/>
        <a:lstStyle/>
        <a:p>
          <a:endParaRPr lang="en-IN"/>
        </a:p>
      </dgm:t>
    </dgm:pt>
    <dgm:pt modelId="{BCBA0C02-26E2-4E5C-8426-2A597297A4B9}">
      <dgm:prSet/>
      <dgm:spPr/>
      <dgm:t>
        <a:bodyPr/>
        <a:lstStyle/>
        <a:p>
          <a:r>
            <a:rPr lang="en-US" b="1" i="0" baseline="0"/>
            <a:t>Coordinator Agent:</a:t>
          </a:r>
          <a:r>
            <a:rPr lang="en-US" b="0" i="0" baseline="0"/>
            <a:t> Identifies parallel sub-tasks from the user's request.</a:t>
          </a:r>
          <a:endParaRPr lang="en-IN"/>
        </a:p>
      </dgm:t>
    </dgm:pt>
    <dgm:pt modelId="{83F4D881-17FD-4A82-BBA3-72836A014A8E}" type="parTrans" cxnId="{7A2730D3-5CA7-4230-A3E0-D8E378770A1A}">
      <dgm:prSet/>
      <dgm:spPr/>
      <dgm:t>
        <a:bodyPr/>
        <a:lstStyle/>
        <a:p>
          <a:endParaRPr lang="en-IN"/>
        </a:p>
      </dgm:t>
    </dgm:pt>
    <dgm:pt modelId="{3F5781D3-6CDF-408B-9960-44E21DEC61E6}" type="sibTrans" cxnId="{7A2730D3-5CA7-4230-A3E0-D8E378770A1A}">
      <dgm:prSet/>
      <dgm:spPr/>
      <dgm:t>
        <a:bodyPr/>
        <a:lstStyle/>
        <a:p>
          <a:endParaRPr lang="en-IN"/>
        </a:p>
      </dgm:t>
    </dgm:pt>
    <dgm:pt modelId="{1C60F842-4D82-4098-B2BB-3D85F49F7117}">
      <dgm:prSet/>
      <dgm:spPr/>
      <dgm:t>
        <a:bodyPr/>
        <a:lstStyle/>
        <a:p>
          <a:r>
            <a:rPr lang="en-US" b="1" i="0" baseline="0"/>
            <a:t>Agent A (Market Researcher):</a:t>
          </a:r>
          <a:r>
            <a:rPr lang="en-US" b="0" i="0" baseline="0"/>
            <a:t> Searches for </a:t>
          </a:r>
          <a:r>
            <a:rPr lang="en-US" b="1" i="0" baseline="0"/>
            <a:t>historical stock performance</a:t>
          </a:r>
          <a:r>
            <a:rPr lang="en-US" b="0" i="0" baseline="0"/>
            <a:t>.</a:t>
          </a:r>
          <a:endParaRPr lang="en-IN"/>
        </a:p>
      </dgm:t>
    </dgm:pt>
    <dgm:pt modelId="{6A8DCB95-8E83-4F88-9CE6-6502BFD09E71}" type="parTrans" cxnId="{92D12622-2835-48F2-BEEA-74A8131AFE79}">
      <dgm:prSet/>
      <dgm:spPr/>
      <dgm:t>
        <a:bodyPr/>
        <a:lstStyle/>
        <a:p>
          <a:endParaRPr lang="en-IN"/>
        </a:p>
      </dgm:t>
    </dgm:pt>
    <dgm:pt modelId="{F16B63C0-92A1-4AD1-8E49-EFE1022505FF}" type="sibTrans" cxnId="{92D12622-2835-48F2-BEEA-74A8131AFE79}">
      <dgm:prSet/>
      <dgm:spPr/>
      <dgm:t>
        <a:bodyPr/>
        <a:lstStyle/>
        <a:p>
          <a:endParaRPr lang="en-IN"/>
        </a:p>
      </dgm:t>
    </dgm:pt>
    <dgm:pt modelId="{03A412A2-A50D-45B2-8BCA-080DD826C78E}">
      <dgm:prSet/>
      <dgm:spPr/>
      <dgm:t>
        <a:bodyPr/>
        <a:lstStyle/>
        <a:p>
          <a:r>
            <a:rPr lang="en-US" b="1" i="0" baseline="0"/>
            <a:t>Agent B (News Analyst):</a:t>
          </a:r>
          <a:r>
            <a:rPr lang="en-US" b="0" i="0" baseline="0"/>
            <a:t> Searches for </a:t>
          </a:r>
          <a:r>
            <a:rPr lang="en-US" b="1" i="0" baseline="0"/>
            <a:t>recent company news and analyst ratings</a:t>
          </a:r>
          <a:r>
            <a:rPr lang="en-US" b="0" i="0" baseline="0"/>
            <a:t>.</a:t>
          </a:r>
          <a:endParaRPr lang="en-IN"/>
        </a:p>
      </dgm:t>
    </dgm:pt>
    <dgm:pt modelId="{48E8ACC5-F83C-4139-A311-0BCB3ADF1F8B}" type="parTrans" cxnId="{C705BA78-FFAA-4CBA-8D37-96FCD8AC46CE}">
      <dgm:prSet/>
      <dgm:spPr/>
      <dgm:t>
        <a:bodyPr/>
        <a:lstStyle/>
        <a:p>
          <a:endParaRPr lang="en-IN"/>
        </a:p>
      </dgm:t>
    </dgm:pt>
    <dgm:pt modelId="{E385BE35-18F2-4D3E-A122-E8E764146A5D}" type="sibTrans" cxnId="{C705BA78-FFAA-4CBA-8D37-96FCD8AC46CE}">
      <dgm:prSet/>
      <dgm:spPr/>
      <dgm:t>
        <a:bodyPr/>
        <a:lstStyle/>
        <a:p>
          <a:endParaRPr lang="en-IN"/>
        </a:p>
      </dgm:t>
    </dgm:pt>
    <dgm:pt modelId="{874B5FC5-99F4-4D19-AA4E-F2FB48CC9083}">
      <dgm:prSet/>
      <dgm:spPr/>
      <dgm:t>
        <a:bodyPr/>
        <a:lstStyle/>
        <a:p>
          <a:r>
            <a:rPr lang="en-US" b="1" i="0" baseline="0"/>
            <a:t>Aggregator Agent:</a:t>
          </a:r>
          <a:r>
            <a:rPr lang="en-US" b="0" i="0" baseline="0"/>
            <a:t> Takes the two distinct outputs and synthesizes them into a</a:t>
          </a:r>
          <a:endParaRPr lang="en-IN"/>
        </a:p>
      </dgm:t>
    </dgm:pt>
    <dgm:pt modelId="{90C853F9-858B-47F1-9418-8A9C38C68980}" type="parTrans" cxnId="{437241E8-8CFA-49DF-888B-516FA8EB51C3}">
      <dgm:prSet/>
      <dgm:spPr/>
      <dgm:t>
        <a:bodyPr/>
        <a:lstStyle/>
        <a:p>
          <a:endParaRPr lang="en-IN"/>
        </a:p>
      </dgm:t>
    </dgm:pt>
    <dgm:pt modelId="{51C123F0-0F82-4559-9B83-5DCB409AC927}" type="sibTrans" cxnId="{437241E8-8CFA-49DF-888B-516FA8EB51C3}">
      <dgm:prSet/>
      <dgm:spPr/>
      <dgm:t>
        <a:bodyPr/>
        <a:lstStyle/>
        <a:p>
          <a:endParaRPr lang="en-IN"/>
        </a:p>
      </dgm:t>
    </dgm:pt>
    <dgm:pt modelId="{CF0DB42F-9F33-4F24-B1E2-CAA0B18DB44E}">
      <dgm:prSet/>
      <dgm:spPr/>
      <dgm:t>
        <a:bodyPr/>
        <a:lstStyle/>
        <a:p>
          <a:r>
            <a:rPr lang="en-US" b="0" i="0" baseline="0"/>
            <a:t>single investment summary.</a:t>
          </a:r>
          <a:endParaRPr lang="en-IN"/>
        </a:p>
      </dgm:t>
    </dgm:pt>
    <dgm:pt modelId="{AAD41501-9E7E-4BB9-B1F4-04F58F2B5E84}" type="parTrans" cxnId="{D08E44F4-0132-45F7-9660-79B0441BB53A}">
      <dgm:prSet/>
      <dgm:spPr/>
      <dgm:t>
        <a:bodyPr/>
        <a:lstStyle/>
        <a:p>
          <a:endParaRPr lang="en-IN"/>
        </a:p>
      </dgm:t>
    </dgm:pt>
    <dgm:pt modelId="{720F9E92-76BE-415D-BA3B-2B422B553D9B}" type="sibTrans" cxnId="{D08E44F4-0132-45F7-9660-79B0441BB53A}">
      <dgm:prSet/>
      <dgm:spPr/>
      <dgm:t>
        <a:bodyPr/>
        <a:lstStyle/>
        <a:p>
          <a:endParaRPr lang="en-IN"/>
        </a:p>
      </dgm:t>
    </dgm:pt>
    <dgm:pt modelId="{A3E06449-4E7E-4687-8991-1C7456685AD2}" type="pres">
      <dgm:prSet presAssocID="{DDDD2F69-46DE-47FF-B661-5ABB100C7F39}" presName="linear" presStyleCnt="0">
        <dgm:presLayoutVars>
          <dgm:animLvl val="lvl"/>
          <dgm:resizeHandles val="exact"/>
        </dgm:presLayoutVars>
      </dgm:prSet>
      <dgm:spPr/>
    </dgm:pt>
    <dgm:pt modelId="{3FA803CC-A4D8-417A-A0B3-9AD17415FB37}" type="pres">
      <dgm:prSet presAssocID="{3E6EC564-7B85-42AC-924E-1B74EC1B4BF7}" presName="parentText" presStyleLbl="node1" presStyleIdx="0" presStyleCnt="5">
        <dgm:presLayoutVars>
          <dgm:chMax val="0"/>
          <dgm:bulletEnabled val="1"/>
        </dgm:presLayoutVars>
      </dgm:prSet>
      <dgm:spPr/>
    </dgm:pt>
    <dgm:pt modelId="{57AAE517-C1D5-4DF5-B2B6-F148BD799E63}" type="pres">
      <dgm:prSet presAssocID="{B4B1F31F-AF96-41FA-AF56-86A781E1390D}" presName="spacer" presStyleCnt="0"/>
      <dgm:spPr/>
    </dgm:pt>
    <dgm:pt modelId="{C0B83229-9D4A-462E-9B31-B0B9387B4363}" type="pres">
      <dgm:prSet presAssocID="{790511A6-041B-40B6-9F9B-30BD3946FDF9}" presName="parentText" presStyleLbl="node1" presStyleIdx="1" presStyleCnt="5">
        <dgm:presLayoutVars>
          <dgm:chMax val="0"/>
          <dgm:bulletEnabled val="1"/>
        </dgm:presLayoutVars>
      </dgm:prSet>
      <dgm:spPr/>
    </dgm:pt>
    <dgm:pt modelId="{3B653FB2-8CCC-4D58-9FD9-E139C625EBC2}" type="pres">
      <dgm:prSet presAssocID="{6A761303-779B-49BC-8D48-1CDA3A86564D}" presName="spacer" presStyleCnt="0"/>
      <dgm:spPr/>
    </dgm:pt>
    <dgm:pt modelId="{F8148F92-89FD-4C53-BCD0-FBC178A847A9}" type="pres">
      <dgm:prSet presAssocID="{477A05EB-68FA-4BF2-A41E-6D71CE5A9883}" presName="parentText" presStyleLbl="node1" presStyleIdx="2" presStyleCnt="5">
        <dgm:presLayoutVars>
          <dgm:chMax val="0"/>
          <dgm:bulletEnabled val="1"/>
        </dgm:presLayoutVars>
      </dgm:prSet>
      <dgm:spPr/>
    </dgm:pt>
    <dgm:pt modelId="{75C2EBFC-78D9-461E-B1C0-BE5519269FC8}" type="pres">
      <dgm:prSet presAssocID="{4E367FEF-895F-4CEA-BBC9-FD771C6E8FDA}" presName="spacer" presStyleCnt="0"/>
      <dgm:spPr/>
    </dgm:pt>
    <dgm:pt modelId="{7B83F1C6-5116-4BD3-BC31-4DD0A02F19E2}" type="pres">
      <dgm:prSet presAssocID="{2B1EE678-07A3-40E3-87CC-542D7BAE5D1F}" presName="parentText" presStyleLbl="node1" presStyleIdx="3" presStyleCnt="5">
        <dgm:presLayoutVars>
          <dgm:chMax val="0"/>
          <dgm:bulletEnabled val="1"/>
        </dgm:presLayoutVars>
      </dgm:prSet>
      <dgm:spPr/>
    </dgm:pt>
    <dgm:pt modelId="{67C0AC37-01B3-434D-B57D-58F3DAC83C4A}" type="pres">
      <dgm:prSet presAssocID="{ABFD2601-2929-4C31-8454-9CF4FA21449D}" presName="spacer" presStyleCnt="0"/>
      <dgm:spPr/>
    </dgm:pt>
    <dgm:pt modelId="{6884D150-87D9-402D-ABD6-A5ECA36C228E}" type="pres">
      <dgm:prSet presAssocID="{2E80D988-AAC1-42BD-86E3-431CA5D35BCE}" presName="parentText" presStyleLbl="node1" presStyleIdx="4" presStyleCnt="5">
        <dgm:presLayoutVars>
          <dgm:chMax val="0"/>
          <dgm:bulletEnabled val="1"/>
        </dgm:presLayoutVars>
      </dgm:prSet>
      <dgm:spPr/>
    </dgm:pt>
    <dgm:pt modelId="{4CE42A85-FD3A-4025-9AD1-669CE11EC225}" type="pres">
      <dgm:prSet presAssocID="{2E80D988-AAC1-42BD-86E3-431CA5D35BCE}" presName="childText" presStyleLbl="revTx" presStyleIdx="0" presStyleCnt="1">
        <dgm:presLayoutVars>
          <dgm:bulletEnabled val="1"/>
        </dgm:presLayoutVars>
      </dgm:prSet>
      <dgm:spPr/>
    </dgm:pt>
  </dgm:ptLst>
  <dgm:cxnLst>
    <dgm:cxn modelId="{286A2C08-4909-42EB-A17C-98728C2871AF}" type="presOf" srcId="{1C60F842-4D82-4098-B2BB-3D85F49F7117}" destId="{4CE42A85-FD3A-4025-9AD1-669CE11EC225}" srcOrd="0" destOrd="1" presId="urn:microsoft.com/office/officeart/2005/8/layout/vList2"/>
    <dgm:cxn modelId="{845C9119-F418-47FC-8C4E-BAF26CCD07D2}" type="presOf" srcId="{477A05EB-68FA-4BF2-A41E-6D71CE5A9883}" destId="{F8148F92-89FD-4C53-BCD0-FBC178A847A9}" srcOrd="0" destOrd="0" presId="urn:microsoft.com/office/officeart/2005/8/layout/vList2"/>
    <dgm:cxn modelId="{92D12622-2835-48F2-BEEA-74A8131AFE79}" srcId="{2E80D988-AAC1-42BD-86E3-431CA5D35BCE}" destId="{1C60F842-4D82-4098-B2BB-3D85F49F7117}" srcOrd="1" destOrd="0" parTransId="{6A8DCB95-8E83-4F88-9CE6-6502BFD09E71}" sibTransId="{F16B63C0-92A1-4AD1-8E49-EFE1022505FF}"/>
    <dgm:cxn modelId="{49135C33-74BB-4F45-9E78-FF03AE6B525D}" srcId="{DDDD2F69-46DE-47FF-B661-5ABB100C7F39}" destId="{2B1EE678-07A3-40E3-87CC-542D7BAE5D1F}" srcOrd="3" destOrd="0" parTransId="{5E50E578-33F0-42CB-B2DF-E96E19E5799F}" sibTransId="{ABFD2601-2929-4C31-8454-9CF4FA21449D}"/>
    <dgm:cxn modelId="{68963464-80AB-405F-A6EF-53399C71CD53}" type="presOf" srcId="{2B1EE678-07A3-40E3-87CC-542D7BAE5D1F}" destId="{7B83F1C6-5116-4BD3-BC31-4DD0A02F19E2}" srcOrd="0" destOrd="0" presId="urn:microsoft.com/office/officeart/2005/8/layout/vList2"/>
    <dgm:cxn modelId="{0B284E54-65C9-4EBE-9FDF-092AB4C40E6C}" type="presOf" srcId="{CF0DB42F-9F33-4F24-B1E2-CAA0B18DB44E}" destId="{4CE42A85-FD3A-4025-9AD1-669CE11EC225}" srcOrd="0" destOrd="4" presId="urn:microsoft.com/office/officeart/2005/8/layout/vList2"/>
    <dgm:cxn modelId="{742A9C55-D614-4C96-8590-F4E28A80703B}" srcId="{DDDD2F69-46DE-47FF-B661-5ABB100C7F39}" destId="{2E80D988-AAC1-42BD-86E3-431CA5D35BCE}" srcOrd="4" destOrd="0" parTransId="{7B793204-D2B6-4D89-AFCA-A7A9ED4BD8C8}" sibTransId="{03AD1141-89E8-4F35-B58E-D7003D8425FF}"/>
    <dgm:cxn modelId="{C705BA78-FFAA-4CBA-8D37-96FCD8AC46CE}" srcId="{2E80D988-AAC1-42BD-86E3-431CA5D35BCE}" destId="{03A412A2-A50D-45B2-8BCA-080DD826C78E}" srcOrd="2" destOrd="0" parTransId="{48E8ACC5-F83C-4139-A311-0BCB3ADF1F8B}" sibTransId="{E385BE35-18F2-4D3E-A122-E8E764146A5D}"/>
    <dgm:cxn modelId="{7871709A-5A81-40F5-8220-7A5C13E30467}" srcId="{DDDD2F69-46DE-47FF-B661-5ABB100C7F39}" destId="{790511A6-041B-40B6-9F9B-30BD3946FDF9}" srcOrd="1" destOrd="0" parTransId="{11DF924D-E814-4FAD-9D38-9601308D0B90}" sibTransId="{6A761303-779B-49BC-8D48-1CDA3A86564D}"/>
    <dgm:cxn modelId="{76A7AE9E-A834-4086-A77C-F4CF0E2521BD}" type="presOf" srcId="{BCBA0C02-26E2-4E5C-8426-2A597297A4B9}" destId="{4CE42A85-FD3A-4025-9AD1-669CE11EC225}" srcOrd="0" destOrd="0" presId="urn:microsoft.com/office/officeart/2005/8/layout/vList2"/>
    <dgm:cxn modelId="{A12D50C3-161E-4859-9EFA-5FBAC7B1C6E8}" type="presOf" srcId="{874B5FC5-99F4-4D19-AA4E-F2FB48CC9083}" destId="{4CE42A85-FD3A-4025-9AD1-669CE11EC225}" srcOrd="0" destOrd="3" presId="urn:microsoft.com/office/officeart/2005/8/layout/vList2"/>
    <dgm:cxn modelId="{A85455C6-991F-4C98-9DA6-B34A5788D57A}" srcId="{DDDD2F69-46DE-47FF-B661-5ABB100C7F39}" destId="{3E6EC564-7B85-42AC-924E-1B74EC1B4BF7}" srcOrd="0" destOrd="0" parTransId="{24B06D5F-6E26-4FBA-ACF8-592D34CD5587}" sibTransId="{B4B1F31F-AF96-41FA-AF56-86A781E1390D}"/>
    <dgm:cxn modelId="{CA3FD1C6-9FFF-4104-9B4A-0A9A161EB54F}" type="presOf" srcId="{2E80D988-AAC1-42BD-86E3-431CA5D35BCE}" destId="{6884D150-87D9-402D-ABD6-A5ECA36C228E}" srcOrd="0" destOrd="0" presId="urn:microsoft.com/office/officeart/2005/8/layout/vList2"/>
    <dgm:cxn modelId="{7A2730D3-5CA7-4230-A3E0-D8E378770A1A}" srcId="{2E80D988-AAC1-42BD-86E3-431CA5D35BCE}" destId="{BCBA0C02-26E2-4E5C-8426-2A597297A4B9}" srcOrd="0" destOrd="0" parTransId="{83F4D881-17FD-4A82-BBA3-72836A014A8E}" sibTransId="{3F5781D3-6CDF-408B-9960-44E21DEC61E6}"/>
    <dgm:cxn modelId="{75F02ADC-F920-4314-95FE-28AC11AE9CB4}" type="presOf" srcId="{3E6EC564-7B85-42AC-924E-1B74EC1B4BF7}" destId="{3FA803CC-A4D8-417A-A0B3-9AD17415FB37}" srcOrd="0" destOrd="0" presId="urn:microsoft.com/office/officeart/2005/8/layout/vList2"/>
    <dgm:cxn modelId="{896C54E4-AA72-4879-8B6F-F93B78A66E8C}" srcId="{DDDD2F69-46DE-47FF-B661-5ABB100C7F39}" destId="{477A05EB-68FA-4BF2-A41E-6D71CE5A9883}" srcOrd="2" destOrd="0" parTransId="{E71F5D60-4E0C-48CA-969B-A620DBAB7D21}" sibTransId="{4E367FEF-895F-4CEA-BBC9-FD771C6E8FDA}"/>
    <dgm:cxn modelId="{437241E8-8CFA-49DF-888B-516FA8EB51C3}" srcId="{2E80D988-AAC1-42BD-86E3-431CA5D35BCE}" destId="{874B5FC5-99F4-4D19-AA4E-F2FB48CC9083}" srcOrd="3" destOrd="0" parTransId="{90C853F9-858B-47F1-9418-8A9C38C68980}" sibTransId="{51C123F0-0F82-4559-9B83-5DCB409AC927}"/>
    <dgm:cxn modelId="{D4BF85EA-2E54-46E7-8AAC-EA756E27A152}" type="presOf" srcId="{790511A6-041B-40B6-9F9B-30BD3946FDF9}" destId="{C0B83229-9D4A-462E-9B31-B0B9387B4363}" srcOrd="0" destOrd="0" presId="urn:microsoft.com/office/officeart/2005/8/layout/vList2"/>
    <dgm:cxn modelId="{F34DD1EF-6A1E-4810-8895-011EBF8F9A48}" type="presOf" srcId="{03A412A2-A50D-45B2-8BCA-080DD826C78E}" destId="{4CE42A85-FD3A-4025-9AD1-669CE11EC225}" srcOrd="0" destOrd="2" presId="urn:microsoft.com/office/officeart/2005/8/layout/vList2"/>
    <dgm:cxn modelId="{37458FF2-BD0B-4C24-86E5-7D4C34E8F793}" type="presOf" srcId="{DDDD2F69-46DE-47FF-B661-5ABB100C7F39}" destId="{A3E06449-4E7E-4687-8991-1C7456685AD2}" srcOrd="0" destOrd="0" presId="urn:microsoft.com/office/officeart/2005/8/layout/vList2"/>
    <dgm:cxn modelId="{D08E44F4-0132-45F7-9660-79B0441BB53A}" srcId="{2E80D988-AAC1-42BD-86E3-431CA5D35BCE}" destId="{CF0DB42F-9F33-4F24-B1E2-CAA0B18DB44E}" srcOrd="4" destOrd="0" parTransId="{AAD41501-9E7E-4BB9-B1F4-04F58F2B5E84}" sibTransId="{720F9E92-76BE-415D-BA3B-2B422B553D9B}"/>
    <dgm:cxn modelId="{E2B61CEF-4E1B-41B5-B9A6-7B4AFFFF3854}" type="presParOf" srcId="{A3E06449-4E7E-4687-8991-1C7456685AD2}" destId="{3FA803CC-A4D8-417A-A0B3-9AD17415FB37}" srcOrd="0" destOrd="0" presId="urn:microsoft.com/office/officeart/2005/8/layout/vList2"/>
    <dgm:cxn modelId="{22985067-91C5-4771-B488-E6CA0992AA4A}" type="presParOf" srcId="{A3E06449-4E7E-4687-8991-1C7456685AD2}" destId="{57AAE517-C1D5-4DF5-B2B6-F148BD799E63}" srcOrd="1" destOrd="0" presId="urn:microsoft.com/office/officeart/2005/8/layout/vList2"/>
    <dgm:cxn modelId="{359DC7F7-EC46-4B66-BA3F-3066B6AB8ABB}" type="presParOf" srcId="{A3E06449-4E7E-4687-8991-1C7456685AD2}" destId="{C0B83229-9D4A-462E-9B31-B0B9387B4363}" srcOrd="2" destOrd="0" presId="urn:microsoft.com/office/officeart/2005/8/layout/vList2"/>
    <dgm:cxn modelId="{21E631E0-9365-4E0F-82ED-5B9E2C912C3F}" type="presParOf" srcId="{A3E06449-4E7E-4687-8991-1C7456685AD2}" destId="{3B653FB2-8CCC-4D58-9FD9-E139C625EBC2}" srcOrd="3" destOrd="0" presId="urn:microsoft.com/office/officeart/2005/8/layout/vList2"/>
    <dgm:cxn modelId="{F030C1C7-AF23-4674-BF60-353B3817DA59}" type="presParOf" srcId="{A3E06449-4E7E-4687-8991-1C7456685AD2}" destId="{F8148F92-89FD-4C53-BCD0-FBC178A847A9}" srcOrd="4" destOrd="0" presId="urn:microsoft.com/office/officeart/2005/8/layout/vList2"/>
    <dgm:cxn modelId="{6699AD69-EE20-41ED-A8EE-94741800A444}" type="presParOf" srcId="{A3E06449-4E7E-4687-8991-1C7456685AD2}" destId="{75C2EBFC-78D9-461E-B1C0-BE5519269FC8}" srcOrd="5" destOrd="0" presId="urn:microsoft.com/office/officeart/2005/8/layout/vList2"/>
    <dgm:cxn modelId="{197AC5CE-44F4-4042-902D-071579CADDB2}" type="presParOf" srcId="{A3E06449-4E7E-4687-8991-1C7456685AD2}" destId="{7B83F1C6-5116-4BD3-BC31-4DD0A02F19E2}" srcOrd="6" destOrd="0" presId="urn:microsoft.com/office/officeart/2005/8/layout/vList2"/>
    <dgm:cxn modelId="{C87DA6E8-1309-47E7-9630-06E341FFE6E6}" type="presParOf" srcId="{A3E06449-4E7E-4687-8991-1C7456685AD2}" destId="{67C0AC37-01B3-434D-B57D-58F3DAC83C4A}" srcOrd="7" destOrd="0" presId="urn:microsoft.com/office/officeart/2005/8/layout/vList2"/>
    <dgm:cxn modelId="{2908A047-7C13-442C-A157-2FDE94A213A4}" type="presParOf" srcId="{A3E06449-4E7E-4687-8991-1C7456685AD2}" destId="{6884D150-87D9-402D-ABD6-A5ECA36C228E}" srcOrd="8" destOrd="0" presId="urn:microsoft.com/office/officeart/2005/8/layout/vList2"/>
    <dgm:cxn modelId="{1E7E26D8-251D-4C42-A84D-2E565977EF01}" type="presParOf" srcId="{A3E06449-4E7E-4687-8991-1C7456685AD2}" destId="{4CE42A85-FD3A-4025-9AD1-669CE11EC225}" srcOrd="9"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DDD2F69-46DE-47FF-B661-5ABB100C7F39}"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C46DCFE7-5DF2-40FF-8BC5-BD7F8F41B77B}">
      <dgm:prSet/>
      <dgm:spPr/>
      <dgm:t>
        <a:bodyPr/>
        <a:lstStyle/>
        <a:p>
          <a:pPr>
            <a:buNone/>
          </a:pPr>
          <a:r>
            <a:rPr lang="en-US"/>
            <a:t>An initial agent handles the request, but if a condition is met (it can't answer, or the topic is out of its scope), it dynamically transfers the conversation state to a specialist agent. This mimics a customer service transfer.</a:t>
          </a:r>
        </a:p>
      </dgm:t>
    </dgm:pt>
    <dgm:pt modelId="{129D426F-75EA-4EA7-8479-3E16C6924B9B}" type="parTrans" cxnId="{FFA117C8-69E1-4403-AF7E-A9A348426398}">
      <dgm:prSet/>
      <dgm:spPr/>
      <dgm:t>
        <a:bodyPr/>
        <a:lstStyle/>
        <a:p>
          <a:endParaRPr lang="en-IN"/>
        </a:p>
      </dgm:t>
    </dgm:pt>
    <dgm:pt modelId="{3C473906-49F3-4733-B95F-C3004D6C51AB}" type="sibTrans" cxnId="{FFA117C8-69E1-4403-AF7E-A9A348426398}">
      <dgm:prSet/>
      <dgm:spPr/>
      <dgm:t>
        <a:bodyPr/>
        <a:lstStyle/>
        <a:p>
          <a:endParaRPr lang="en-IN"/>
        </a:p>
      </dgm:t>
    </dgm:pt>
    <dgm:pt modelId="{5488C79B-3C70-442A-B26B-88C8E8106F18}">
      <dgm:prSet/>
      <dgm:spPr/>
      <dgm:t>
        <a:bodyPr/>
        <a:lstStyle/>
        <a:p>
          <a:pPr>
            <a:buFont typeface="Arial" panose="020B0604020202020204" pitchFamily="34" charset="0"/>
            <a:buChar char="•"/>
          </a:pPr>
          <a:r>
            <a:rPr lang="en-US" b="1" dirty="0"/>
            <a:t>Pattern:</a:t>
          </a:r>
          <a:r>
            <a:rPr lang="en-US" dirty="0"/>
            <a:t> </a:t>
          </a:r>
          <a:r>
            <a:rPr lang="en-US" b="1" dirty="0"/>
            <a:t>User</a:t>
          </a:r>
          <a:r>
            <a:rPr lang="en-US" dirty="0"/>
            <a:t> -&gt; </a:t>
          </a:r>
          <a:r>
            <a:rPr lang="en-US" b="1" dirty="0"/>
            <a:t>Initial Agent</a:t>
          </a:r>
          <a:r>
            <a:rPr lang="en-US" dirty="0"/>
            <a:t> -&gt;(If scope check fails) </a:t>
          </a:r>
          <a:r>
            <a:rPr lang="en-US" b="1" dirty="0"/>
            <a:t>Specialist Agent</a:t>
          </a:r>
          <a:r>
            <a:rPr lang="en-US" dirty="0"/>
            <a:t> -&gt; </a:t>
          </a:r>
          <a:r>
            <a:rPr lang="en-US" b="1" dirty="0"/>
            <a:t>Final Output</a:t>
          </a:r>
          <a:endParaRPr lang="en-US" dirty="0"/>
        </a:p>
      </dgm:t>
    </dgm:pt>
    <dgm:pt modelId="{2D33F348-6679-49C8-85AF-7D17C2E2EA4E}" type="parTrans" cxnId="{65694704-0D83-4703-9B1E-A8F9967244EA}">
      <dgm:prSet/>
      <dgm:spPr/>
      <dgm:t>
        <a:bodyPr/>
        <a:lstStyle/>
        <a:p>
          <a:endParaRPr lang="en-IN"/>
        </a:p>
      </dgm:t>
    </dgm:pt>
    <dgm:pt modelId="{CBEFEC1F-2CCF-4255-9720-6D31D2E1D3CF}" type="sibTrans" cxnId="{65694704-0D83-4703-9B1E-A8F9967244EA}">
      <dgm:prSet/>
      <dgm:spPr/>
      <dgm:t>
        <a:bodyPr/>
        <a:lstStyle/>
        <a:p>
          <a:endParaRPr lang="en-IN"/>
        </a:p>
      </dgm:t>
    </dgm:pt>
    <dgm:pt modelId="{ACBBA140-4ADB-4C1B-9C9F-EEAF741A0128}">
      <dgm:prSet/>
      <dgm:spPr/>
      <dgm:t>
        <a:bodyPr/>
        <a:lstStyle/>
        <a:p>
          <a:pPr>
            <a:buFont typeface="Arial" panose="020B0604020202020204" pitchFamily="34" charset="0"/>
            <a:buChar char="•"/>
          </a:pPr>
          <a:r>
            <a:rPr lang="en-IN" b="1"/>
            <a:t>Agent Roles:</a:t>
          </a:r>
          <a:endParaRPr lang="en-IN"/>
        </a:p>
      </dgm:t>
    </dgm:pt>
    <dgm:pt modelId="{24FC7C4B-8695-492B-A99A-4494297F0EB0}" type="parTrans" cxnId="{F1968CF0-259F-494A-85CE-D13F8D4A0225}">
      <dgm:prSet/>
      <dgm:spPr/>
      <dgm:t>
        <a:bodyPr/>
        <a:lstStyle/>
        <a:p>
          <a:endParaRPr lang="en-IN"/>
        </a:p>
      </dgm:t>
    </dgm:pt>
    <dgm:pt modelId="{64D33951-15C9-45E8-B2CE-40EAD39D72C3}" type="sibTrans" cxnId="{F1968CF0-259F-494A-85CE-D13F8D4A0225}">
      <dgm:prSet/>
      <dgm:spPr/>
      <dgm:t>
        <a:bodyPr/>
        <a:lstStyle/>
        <a:p>
          <a:endParaRPr lang="en-IN"/>
        </a:p>
      </dgm:t>
    </dgm:pt>
    <dgm:pt modelId="{89B4F5C7-3E65-4508-BAD0-6CB8C99AF3C7}">
      <dgm:prSet/>
      <dgm:spPr/>
      <dgm:t>
        <a:bodyPr/>
        <a:lstStyle/>
        <a:p>
          <a:pPr>
            <a:buFont typeface="Arial" panose="020B0604020202020204" pitchFamily="34" charset="0"/>
            <a:buChar char="•"/>
          </a:pPr>
          <a:r>
            <a:rPr lang="en-US" b="1"/>
            <a:t>Initial Agent (Triage Agent):</a:t>
          </a:r>
          <a:r>
            <a:rPr lang="en-US"/>
            <a:t> Instructed to use its LLM (Ollama) to classify the user's request. </a:t>
          </a:r>
          <a:r>
            <a:rPr lang="en-US" i="1"/>
            <a:t>Example prompt directive: "If the request involves file system operations, pass the request to the System_Agent using the handoff tool."</a:t>
          </a:r>
          <a:endParaRPr lang="en-US"/>
        </a:p>
      </dgm:t>
    </dgm:pt>
    <dgm:pt modelId="{0A2433C2-A6F7-4F8E-9340-570B2B7D4130}" type="parTrans" cxnId="{D3B7E4E9-9456-4D9E-B67B-1869331767BF}">
      <dgm:prSet/>
      <dgm:spPr/>
      <dgm:t>
        <a:bodyPr/>
        <a:lstStyle/>
        <a:p>
          <a:endParaRPr lang="en-IN"/>
        </a:p>
      </dgm:t>
    </dgm:pt>
    <dgm:pt modelId="{8767B595-5D26-426B-B824-E39A68581796}" type="sibTrans" cxnId="{D3B7E4E9-9456-4D9E-B67B-1869331767BF}">
      <dgm:prSet/>
      <dgm:spPr/>
      <dgm:t>
        <a:bodyPr/>
        <a:lstStyle/>
        <a:p>
          <a:endParaRPr lang="en-IN"/>
        </a:p>
      </dgm:t>
    </dgm:pt>
    <dgm:pt modelId="{8BF6CB0B-3CF7-4DC4-B99D-02A37E0D7B3A}">
      <dgm:prSet/>
      <dgm:spPr/>
      <dgm:t>
        <a:bodyPr/>
        <a:lstStyle/>
        <a:p>
          <a:pPr>
            <a:buFont typeface="Arial" panose="020B0604020202020204" pitchFamily="34" charset="0"/>
            <a:buChar char="•"/>
          </a:pPr>
          <a:r>
            <a:rPr lang="en-US" b="1"/>
            <a:t>Specialist Agent (System Agent):</a:t>
          </a:r>
          <a:r>
            <a:rPr lang="en-US"/>
            <a:t> Can execute specific tools like list_files() or create_directory().</a:t>
          </a:r>
        </a:p>
      </dgm:t>
    </dgm:pt>
    <dgm:pt modelId="{1211459E-2CBC-40D2-9217-06A38B5797C9}" type="parTrans" cxnId="{3D8FCCA3-BBC9-441C-98F0-1BD0904425DE}">
      <dgm:prSet/>
      <dgm:spPr/>
      <dgm:t>
        <a:bodyPr/>
        <a:lstStyle/>
        <a:p>
          <a:endParaRPr lang="en-IN"/>
        </a:p>
      </dgm:t>
    </dgm:pt>
    <dgm:pt modelId="{590E793B-372B-4E4E-9F3F-602F292411C5}" type="sibTrans" cxnId="{3D8FCCA3-BBC9-441C-98F0-1BD0904425DE}">
      <dgm:prSet/>
      <dgm:spPr/>
      <dgm:t>
        <a:bodyPr/>
        <a:lstStyle/>
        <a:p>
          <a:endParaRPr lang="en-IN"/>
        </a:p>
      </dgm:t>
    </dgm:pt>
    <dgm:pt modelId="{A3E06449-4E7E-4687-8991-1C7456685AD2}" type="pres">
      <dgm:prSet presAssocID="{DDDD2F69-46DE-47FF-B661-5ABB100C7F39}" presName="linear" presStyleCnt="0">
        <dgm:presLayoutVars>
          <dgm:animLvl val="lvl"/>
          <dgm:resizeHandles val="exact"/>
        </dgm:presLayoutVars>
      </dgm:prSet>
      <dgm:spPr/>
    </dgm:pt>
    <dgm:pt modelId="{26C74165-FA19-4A79-801A-9CF58E9B4AC8}" type="pres">
      <dgm:prSet presAssocID="{C46DCFE7-5DF2-40FF-8BC5-BD7F8F41B77B}" presName="parentText" presStyleLbl="node1" presStyleIdx="0" presStyleCnt="3">
        <dgm:presLayoutVars>
          <dgm:chMax val="0"/>
          <dgm:bulletEnabled val="1"/>
        </dgm:presLayoutVars>
      </dgm:prSet>
      <dgm:spPr/>
    </dgm:pt>
    <dgm:pt modelId="{1931FD8B-12F4-49FD-9869-45D5086BB94F}" type="pres">
      <dgm:prSet presAssocID="{3C473906-49F3-4733-B95F-C3004D6C51AB}" presName="spacer" presStyleCnt="0"/>
      <dgm:spPr/>
    </dgm:pt>
    <dgm:pt modelId="{9D91CBBC-ED1F-443D-B826-51F2F7C0F67C}" type="pres">
      <dgm:prSet presAssocID="{5488C79B-3C70-442A-B26B-88C8E8106F18}" presName="parentText" presStyleLbl="node1" presStyleIdx="1" presStyleCnt="3">
        <dgm:presLayoutVars>
          <dgm:chMax val="0"/>
          <dgm:bulletEnabled val="1"/>
        </dgm:presLayoutVars>
      </dgm:prSet>
      <dgm:spPr/>
    </dgm:pt>
    <dgm:pt modelId="{A3CEEBF2-7CAC-40D3-83F8-86CE8E47EC04}" type="pres">
      <dgm:prSet presAssocID="{CBEFEC1F-2CCF-4255-9720-6D31D2E1D3CF}" presName="spacer" presStyleCnt="0"/>
      <dgm:spPr/>
    </dgm:pt>
    <dgm:pt modelId="{67F478FA-327B-4710-AC5C-61C3CD50E7FA}" type="pres">
      <dgm:prSet presAssocID="{ACBBA140-4ADB-4C1B-9C9F-EEAF741A0128}" presName="parentText" presStyleLbl="node1" presStyleIdx="2" presStyleCnt="3">
        <dgm:presLayoutVars>
          <dgm:chMax val="0"/>
          <dgm:bulletEnabled val="1"/>
        </dgm:presLayoutVars>
      </dgm:prSet>
      <dgm:spPr/>
    </dgm:pt>
    <dgm:pt modelId="{4585AE0A-7D6B-4433-9651-D6495E48294F}" type="pres">
      <dgm:prSet presAssocID="{ACBBA140-4ADB-4C1B-9C9F-EEAF741A0128}" presName="childText" presStyleLbl="revTx" presStyleIdx="0" presStyleCnt="1">
        <dgm:presLayoutVars>
          <dgm:bulletEnabled val="1"/>
        </dgm:presLayoutVars>
      </dgm:prSet>
      <dgm:spPr/>
    </dgm:pt>
  </dgm:ptLst>
  <dgm:cxnLst>
    <dgm:cxn modelId="{65694704-0D83-4703-9B1E-A8F9967244EA}" srcId="{DDDD2F69-46DE-47FF-B661-5ABB100C7F39}" destId="{5488C79B-3C70-442A-B26B-88C8E8106F18}" srcOrd="1" destOrd="0" parTransId="{2D33F348-6679-49C8-85AF-7D17C2E2EA4E}" sibTransId="{CBEFEC1F-2CCF-4255-9720-6D31D2E1D3CF}"/>
    <dgm:cxn modelId="{144CA03C-4CD5-4B9E-BA1A-CC3FB549C846}" type="presOf" srcId="{ACBBA140-4ADB-4C1B-9C9F-EEAF741A0128}" destId="{67F478FA-327B-4710-AC5C-61C3CD50E7FA}" srcOrd="0" destOrd="0" presId="urn:microsoft.com/office/officeart/2005/8/layout/vList2"/>
    <dgm:cxn modelId="{7489AC5B-14DC-47C0-9AE9-2EA45A475AE0}" type="presOf" srcId="{C46DCFE7-5DF2-40FF-8BC5-BD7F8F41B77B}" destId="{26C74165-FA19-4A79-801A-9CF58E9B4AC8}" srcOrd="0" destOrd="0" presId="urn:microsoft.com/office/officeart/2005/8/layout/vList2"/>
    <dgm:cxn modelId="{1E7F8741-3958-44A2-B361-261D2C801564}" type="presOf" srcId="{5488C79B-3C70-442A-B26B-88C8E8106F18}" destId="{9D91CBBC-ED1F-443D-B826-51F2F7C0F67C}" srcOrd="0" destOrd="0" presId="urn:microsoft.com/office/officeart/2005/8/layout/vList2"/>
    <dgm:cxn modelId="{CD305846-55FC-4E32-99C8-C42B087A9CFA}" type="presOf" srcId="{89B4F5C7-3E65-4508-BAD0-6CB8C99AF3C7}" destId="{4585AE0A-7D6B-4433-9651-D6495E48294F}" srcOrd="0" destOrd="0" presId="urn:microsoft.com/office/officeart/2005/8/layout/vList2"/>
    <dgm:cxn modelId="{8EDE9856-BA86-485E-80B0-BBE5EBB1DBD0}" type="presOf" srcId="{8BF6CB0B-3CF7-4DC4-B99D-02A37E0D7B3A}" destId="{4585AE0A-7D6B-4433-9651-D6495E48294F}" srcOrd="0" destOrd="1" presId="urn:microsoft.com/office/officeart/2005/8/layout/vList2"/>
    <dgm:cxn modelId="{3D8FCCA3-BBC9-441C-98F0-1BD0904425DE}" srcId="{ACBBA140-4ADB-4C1B-9C9F-EEAF741A0128}" destId="{8BF6CB0B-3CF7-4DC4-B99D-02A37E0D7B3A}" srcOrd="1" destOrd="0" parTransId="{1211459E-2CBC-40D2-9217-06A38B5797C9}" sibTransId="{590E793B-372B-4E4E-9F3F-602F292411C5}"/>
    <dgm:cxn modelId="{FFA117C8-69E1-4403-AF7E-A9A348426398}" srcId="{DDDD2F69-46DE-47FF-B661-5ABB100C7F39}" destId="{C46DCFE7-5DF2-40FF-8BC5-BD7F8F41B77B}" srcOrd="0" destOrd="0" parTransId="{129D426F-75EA-4EA7-8479-3E16C6924B9B}" sibTransId="{3C473906-49F3-4733-B95F-C3004D6C51AB}"/>
    <dgm:cxn modelId="{D3B7E4E9-9456-4D9E-B67B-1869331767BF}" srcId="{ACBBA140-4ADB-4C1B-9C9F-EEAF741A0128}" destId="{89B4F5C7-3E65-4508-BAD0-6CB8C99AF3C7}" srcOrd="0" destOrd="0" parTransId="{0A2433C2-A6F7-4F8E-9340-570B2B7D4130}" sibTransId="{8767B595-5D26-426B-B824-E39A68581796}"/>
    <dgm:cxn modelId="{F1968CF0-259F-494A-85CE-D13F8D4A0225}" srcId="{DDDD2F69-46DE-47FF-B661-5ABB100C7F39}" destId="{ACBBA140-4ADB-4C1B-9C9F-EEAF741A0128}" srcOrd="2" destOrd="0" parTransId="{24FC7C4B-8695-492B-A99A-4494297F0EB0}" sibTransId="{64D33951-15C9-45E8-B2CE-40EAD39D72C3}"/>
    <dgm:cxn modelId="{37458FF2-BD0B-4C24-86E5-7D4C34E8F793}" type="presOf" srcId="{DDDD2F69-46DE-47FF-B661-5ABB100C7F39}" destId="{A3E06449-4E7E-4687-8991-1C7456685AD2}" srcOrd="0" destOrd="0" presId="urn:microsoft.com/office/officeart/2005/8/layout/vList2"/>
    <dgm:cxn modelId="{9BEB6A5F-3745-4F8C-9338-E2941541AD9E}" type="presParOf" srcId="{A3E06449-4E7E-4687-8991-1C7456685AD2}" destId="{26C74165-FA19-4A79-801A-9CF58E9B4AC8}" srcOrd="0" destOrd="0" presId="urn:microsoft.com/office/officeart/2005/8/layout/vList2"/>
    <dgm:cxn modelId="{7DFAE9F5-D6A2-4AC0-9261-2B87ECEDAB61}" type="presParOf" srcId="{A3E06449-4E7E-4687-8991-1C7456685AD2}" destId="{1931FD8B-12F4-49FD-9869-45D5086BB94F}" srcOrd="1" destOrd="0" presId="urn:microsoft.com/office/officeart/2005/8/layout/vList2"/>
    <dgm:cxn modelId="{3A6F3387-6FA3-4B18-91E3-2B7D734FB2DC}" type="presParOf" srcId="{A3E06449-4E7E-4687-8991-1C7456685AD2}" destId="{9D91CBBC-ED1F-443D-B826-51F2F7C0F67C}" srcOrd="2" destOrd="0" presId="urn:microsoft.com/office/officeart/2005/8/layout/vList2"/>
    <dgm:cxn modelId="{21F5949C-ABB2-4002-8A1B-980B81FADF6C}" type="presParOf" srcId="{A3E06449-4E7E-4687-8991-1C7456685AD2}" destId="{A3CEEBF2-7CAC-40D3-83F8-86CE8E47EC04}" srcOrd="3" destOrd="0" presId="urn:microsoft.com/office/officeart/2005/8/layout/vList2"/>
    <dgm:cxn modelId="{7003CAC9-A07A-491F-8771-4FD8CEDA8AA0}" type="presParOf" srcId="{A3E06449-4E7E-4687-8991-1C7456685AD2}" destId="{67F478FA-327B-4710-AC5C-61C3CD50E7FA}" srcOrd="4" destOrd="0" presId="urn:microsoft.com/office/officeart/2005/8/layout/vList2"/>
    <dgm:cxn modelId="{69CFB655-C1A5-44EC-9148-F9036D8E5769}" type="presParOf" srcId="{A3E06449-4E7E-4687-8991-1C7456685AD2}" destId="{4585AE0A-7D6B-4433-9651-D6495E48294F}" srcOrd="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DDDD2F69-46DE-47FF-B661-5ABB100C7F39}"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CA906E58-C007-4FB8-8E6E-50A4198E0D6B}">
      <dgm:prSet/>
      <dgm:spPr/>
      <dgm:t>
        <a:bodyPr/>
        <a:lstStyle/>
        <a:p>
          <a:pPr>
            <a:buNone/>
          </a:pPr>
          <a:r>
            <a:rPr lang="en-US" dirty="0"/>
            <a:t>One agent generates an artifact (e.g., code, report), and another agent (the </a:t>
          </a:r>
          <a:r>
            <a:rPr lang="en-US" b="1" dirty="0"/>
            <a:t>Critic</a:t>
          </a:r>
          <a:r>
            <a:rPr lang="en-US" dirty="0"/>
            <a:t> or </a:t>
          </a:r>
          <a:r>
            <a:rPr lang="en-US" b="1" dirty="0"/>
            <a:t>Reviewer</a:t>
          </a:r>
          <a:r>
            <a:rPr lang="en-US" dirty="0"/>
            <a:t>) evaluates it against a specific set of criteria. The first agent then receives the feedback and attempts to refine its work. This process loops until the Critic agent approves the artifact or an iteration limit is reached.</a:t>
          </a:r>
        </a:p>
      </dgm:t>
    </dgm:pt>
    <dgm:pt modelId="{10BB310A-398E-4342-B851-3419093D5CBB}" type="parTrans" cxnId="{0956BDDD-5726-4F0C-A80F-B183D7BA42E6}">
      <dgm:prSet/>
      <dgm:spPr/>
      <dgm:t>
        <a:bodyPr/>
        <a:lstStyle/>
        <a:p>
          <a:endParaRPr lang="en-IN"/>
        </a:p>
      </dgm:t>
    </dgm:pt>
    <dgm:pt modelId="{7273418E-AFB7-42F8-9E2A-EDDC903CD4AF}" type="sibTrans" cxnId="{0956BDDD-5726-4F0C-A80F-B183D7BA42E6}">
      <dgm:prSet/>
      <dgm:spPr/>
      <dgm:t>
        <a:bodyPr/>
        <a:lstStyle/>
        <a:p>
          <a:endParaRPr lang="en-IN"/>
        </a:p>
      </dgm:t>
    </dgm:pt>
    <dgm:pt modelId="{30B25C77-8DE7-4B37-B454-ACE7FD3B0F1F}">
      <dgm:prSet/>
      <dgm:spPr/>
      <dgm:t>
        <a:bodyPr/>
        <a:lstStyle/>
        <a:p>
          <a:pPr>
            <a:buFont typeface="Arial" panose="020B0604020202020204" pitchFamily="34" charset="0"/>
            <a:buChar char="•"/>
          </a:pPr>
          <a:r>
            <a:rPr lang="en-US" b="1" dirty="0"/>
            <a:t>Pattern:</a:t>
          </a:r>
          <a:r>
            <a:rPr lang="en-US" dirty="0"/>
            <a:t> </a:t>
          </a:r>
          <a:r>
            <a:rPr lang="en-US" b="1" dirty="0"/>
            <a:t>User</a:t>
          </a:r>
          <a:r>
            <a:rPr lang="en-US" dirty="0"/>
            <a:t> -&gt; </a:t>
          </a:r>
          <a:r>
            <a:rPr lang="en-US" b="1" dirty="0"/>
            <a:t>Agent A</a:t>
          </a:r>
          <a:r>
            <a:rPr lang="en-US" dirty="0"/>
            <a:t> -&gt; </a:t>
          </a:r>
          <a:r>
            <a:rPr lang="en-US" b="1" dirty="0"/>
            <a:t>Agent B (Critic)</a:t>
          </a:r>
          <a:r>
            <a:rPr lang="en-US" dirty="0"/>
            <a:t> -&gt; (Feedback Loop) </a:t>
          </a:r>
          <a:r>
            <a:rPr lang="en-US" b="1" dirty="0"/>
            <a:t>Agent A</a:t>
          </a:r>
          <a:r>
            <a:rPr lang="en-US" dirty="0"/>
            <a:t> -&gt;(Approval) </a:t>
          </a:r>
          <a:r>
            <a:rPr lang="en-US" b="1" dirty="0"/>
            <a:t>Final Output</a:t>
          </a:r>
          <a:endParaRPr lang="en-US" dirty="0"/>
        </a:p>
      </dgm:t>
    </dgm:pt>
    <dgm:pt modelId="{7F982B4E-783E-4238-B77B-C9AF4F46635A}" type="parTrans" cxnId="{64E8D3BC-72F8-4E02-BA15-3712B13EB525}">
      <dgm:prSet/>
      <dgm:spPr/>
      <dgm:t>
        <a:bodyPr/>
        <a:lstStyle/>
        <a:p>
          <a:endParaRPr lang="en-IN"/>
        </a:p>
      </dgm:t>
    </dgm:pt>
    <dgm:pt modelId="{E6CD186B-D342-41C6-B876-121D8715D78F}" type="sibTrans" cxnId="{64E8D3BC-72F8-4E02-BA15-3712B13EB525}">
      <dgm:prSet/>
      <dgm:spPr/>
      <dgm:t>
        <a:bodyPr/>
        <a:lstStyle/>
        <a:p>
          <a:endParaRPr lang="en-IN"/>
        </a:p>
      </dgm:t>
    </dgm:pt>
    <dgm:pt modelId="{677389DB-2A4B-4A55-B58E-7A2EB896780F}">
      <dgm:prSet/>
      <dgm:spPr/>
      <dgm:t>
        <a:bodyPr/>
        <a:lstStyle/>
        <a:p>
          <a:pPr>
            <a:buFont typeface="Arial" panose="020B0604020202020204" pitchFamily="34" charset="0"/>
            <a:buChar char="•"/>
          </a:pPr>
          <a:r>
            <a:rPr lang="en-IN" b="1"/>
            <a:t>Agent Roles:</a:t>
          </a:r>
          <a:endParaRPr lang="en-IN"/>
        </a:p>
      </dgm:t>
    </dgm:pt>
    <dgm:pt modelId="{8FC68224-9EE7-456E-9BDD-FA05453AE455}" type="parTrans" cxnId="{A4C8DE13-5546-4A38-AB03-1A5D16A47F90}">
      <dgm:prSet/>
      <dgm:spPr/>
      <dgm:t>
        <a:bodyPr/>
        <a:lstStyle/>
        <a:p>
          <a:endParaRPr lang="en-IN"/>
        </a:p>
      </dgm:t>
    </dgm:pt>
    <dgm:pt modelId="{9E8EBF23-957D-4BCF-BEA5-F9FF2488959E}" type="sibTrans" cxnId="{A4C8DE13-5546-4A38-AB03-1A5D16A47F90}">
      <dgm:prSet/>
      <dgm:spPr/>
      <dgm:t>
        <a:bodyPr/>
        <a:lstStyle/>
        <a:p>
          <a:endParaRPr lang="en-IN"/>
        </a:p>
      </dgm:t>
    </dgm:pt>
    <dgm:pt modelId="{16F7D022-4482-41B7-9E7B-CEEA9578337E}">
      <dgm:prSet/>
      <dgm:spPr/>
      <dgm:t>
        <a:bodyPr/>
        <a:lstStyle/>
        <a:p>
          <a:pPr>
            <a:buFont typeface="Arial" panose="020B0604020202020204" pitchFamily="34" charset="0"/>
            <a:buChar char="•"/>
          </a:pPr>
          <a:r>
            <a:rPr lang="en-US" b="1"/>
            <a:t>Agent A (Drafting Agent):</a:t>
          </a:r>
          <a:r>
            <a:rPr lang="en-US"/>
            <a:t> Generates the primary output (e.g., Python code).</a:t>
          </a:r>
        </a:p>
      </dgm:t>
    </dgm:pt>
    <dgm:pt modelId="{D3B9C7FA-0A15-45A9-AD63-A9180C918B9F}" type="parTrans" cxnId="{1762D300-ED15-4E27-B6C9-91D27DDD95E0}">
      <dgm:prSet/>
      <dgm:spPr/>
      <dgm:t>
        <a:bodyPr/>
        <a:lstStyle/>
        <a:p>
          <a:endParaRPr lang="en-IN"/>
        </a:p>
      </dgm:t>
    </dgm:pt>
    <dgm:pt modelId="{FA629702-05E7-4122-A223-56DA65EFCA96}" type="sibTrans" cxnId="{1762D300-ED15-4E27-B6C9-91D27DDD95E0}">
      <dgm:prSet/>
      <dgm:spPr/>
      <dgm:t>
        <a:bodyPr/>
        <a:lstStyle/>
        <a:p>
          <a:endParaRPr lang="en-IN"/>
        </a:p>
      </dgm:t>
    </dgm:pt>
    <dgm:pt modelId="{B481EF7E-4807-4DD6-B06B-C05AF4B9B949}">
      <dgm:prSet/>
      <dgm:spPr/>
      <dgm:t>
        <a:bodyPr/>
        <a:lstStyle/>
        <a:p>
          <a:pPr>
            <a:buFont typeface="Arial" panose="020B0604020202020204" pitchFamily="34" charset="0"/>
            <a:buChar char="•"/>
          </a:pPr>
          <a:r>
            <a:rPr lang="en-US" b="1"/>
            <a:t>Agent B (Critic/Reviewer Agent):</a:t>
          </a:r>
          <a:r>
            <a:rPr lang="en-US"/>
            <a:t> Uses strict, well-defined rules (in its system prompt) to check the output for issues (e.g., style, efficiency, security).</a:t>
          </a:r>
        </a:p>
      </dgm:t>
    </dgm:pt>
    <dgm:pt modelId="{74C0E1EF-F2A3-4EE8-98A1-F9E0987B9CAB}" type="parTrans" cxnId="{0BCEFC40-F9AA-405E-855A-37AB53B64094}">
      <dgm:prSet/>
      <dgm:spPr/>
      <dgm:t>
        <a:bodyPr/>
        <a:lstStyle/>
        <a:p>
          <a:endParaRPr lang="en-IN"/>
        </a:p>
      </dgm:t>
    </dgm:pt>
    <dgm:pt modelId="{1D10A383-1E3B-48A2-8F35-B7BDBE5A6FEB}" type="sibTrans" cxnId="{0BCEFC40-F9AA-405E-855A-37AB53B64094}">
      <dgm:prSet/>
      <dgm:spPr/>
      <dgm:t>
        <a:bodyPr/>
        <a:lstStyle/>
        <a:p>
          <a:endParaRPr lang="en-IN"/>
        </a:p>
      </dgm:t>
    </dgm:pt>
    <dgm:pt modelId="{A3E06449-4E7E-4687-8991-1C7456685AD2}" type="pres">
      <dgm:prSet presAssocID="{DDDD2F69-46DE-47FF-B661-5ABB100C7F39}" presName="linear" presStyleCnt="0">
        <dgm:presLayoutVars>
          <dgm:animLvl val="lvl"/>
          <dgm:resizeHandles val="exact"/>
        </dgm:presLayoutVars>
      </dgm:prSet>
      <dgm:spPr/>
    </dgm:pt>
    <dgm:pt modelId="{9518DB59-637C-4E2D-9847-C531710A378C}" type="pres">
      <dgm:prSet presAssocID="{CA906E58-C007-4FB8-8E6E-50A4198E0D6B}" presName="parentText" presStyleLbl="node1" presStyleIdx="0" presStyleCnt="3">
        <dgm:presLayoutVars>
          <dgm:chMax val="0"/>
          <dgm:bulletEnabled val="1"/>
        </dgm:presLayoutVars>
      </dgm:prSet>
      <dgm:spPr/>
    </dgm:pt>
    <dgm:pt modelId="{A58EC819-DE93-4EE5-8AF8-C9195E2D6503}" type="pres">
      <dgm:prSet presAssocID="{7273418E-AFB7-42F8-9E2A-EDDC903CD4AF}" presName="spacer" presStyleCnt="0"/>
      <dgm:spPr/>
    </dgm:pt>
    <dgm:pt modelId="{27B44680-32D5-4C52-B21B-A7C8BD56E44E}" type="pres">
      <dgm:prSet presAssocID="{30B25C77-8DE7-4B37-B454-ACE7FD3B0F1F}" presName="parentText" presStyleLbl="node1" presStyleIdx="1" presStyleCnt="3">
        <dgm:presLayoutVars>
          <dgm:chMax val="0"/>
          <dgm:bulletEnabled val="1"/>
        </dgm:presLayoutVars>
      </dgm:prSet>
      <dgm:spPr/>
    </dgm:pt>
    <dgm:pt modelId="{B26822D4-7767-4F4C-AE81-CFF996626FA6}" type="pres">
      <dgm:prSet presAssocID="{E6CD186B-D342-41C6-B876-121D8715D78F}" presName="spacer" presStyleCnt="0"/>
      <dgm:spPr/>
    </dgm:pt>
    <dgm:pt modelId="{A1A160FD-6520-43AF-B2D2-E97B44ECF3E5}" type="pres">
      <dgm:prSet presAssocID="{677389DB-2A4B-4A55-B58E-7A2EB896780F}" presName="parentText" presStyleLbl="node1" presStyleIdx="2" presStyleCnt="3">
        <dgm:presLayoutVars>
          <dgm:chMax val="0"/>
          <dgm:bulletEnabled val="1"/>
        </dgm:presLayoutVars>
      </dgm:prSet>
      <dgm:spPr/>
    </dgm:pt>
    <dgm:pt modelId="{104588EA-C816-45B8-B9D9-6069D2B96B6E}" type="pres">
      <dgm:prSet presAssocID="{677389DB-2A4B-4A55-B58E-7A2EB896780F}" presName="childText" presStyleLbl="revTx" presStyleIdx="0" presStyleCnt="1">
        <dgm:presLayoutVars>
          <dgm:bulletEnabled val="1"/>
        </dgm:presLayoutVars>
      </dgm:prSet>
      <dgm:spPr/>
    </dgm:pt>
  </dgm:ptLst>
  <dgm:cxnLst>
    <dgm:cxn modelId="{1762D300-ED15-4E27-B6C9-91D27DDD95E0}" srcId="{677389DB-2A4B-4A55-B58E-7A2EB896780F}" destId="{16F7D022-4482-41B7-9E7B-CEEA9578337E}" srcOrd="0" destOrd="0" parTransId="{D3B9C7FA-0A15-45A9-AD63-A9180C918B9F}" sibTransId="{FA629702-05E7-4122-A223-56DA65EFCA96}"/>
    <dgm:cxn modelId="{A4C8DE13-5546-4A38-AB03-1A5D16A47F90}" srcId="{DDDD2F69-46DE-47FF-B661-5ABB100C7F39}" destId="{677389DB-2A4B-4A55-B58E-7A2EB896780F}" srcOrd="2" destOrd="0" parTransId="{8FC68224-9EE7-456E-9BDD-FA05453AE455}" sibTransId="{9E8EBF23-957D-4BCF-BEA5-F9FF2488959E}"/>
    <dgm:cxn modelId="{5E511414-7A42-47BE-856B-157D2416ADEA}" type="presOf" srcId="{16F7D022-4482-41B7-9E7B-CEEA9578337E}" destId="{104588EA-C816-45B8-B9D9-6069D2B96B6E}" srcOrd="0" destOrd="0" presId="urn:microsoft.com/office/officeart/2005/8/layout/vList2"/>
    <dgm:cxn modelId="{0BCEFC40-F9AA-405E-855A-37AB53B64094}" srcId="{677389DB-2A4B-4A55-B58E-7A2EB896780F}" destId="{B481EF7E-4807-4DD6-B06B-C05AF4B9B949}" srcOrd="1" destOrd="0" parTransId="{74C0E1EF-F2A3-4EE8-98A1-F9E0987B9CAB}" sibTransId="{1D10A383-1E3B-48A2-8F35-B7BDBE5A6FEB}"/>
    <dgm:cxn modelId="{E4D37C46-F9A0-4640-8C92-50A7F3ED707A}" type="presOf" srcId="{677389DB-2A4B-4A55-B58E-7A2EB896780F}" destId="{A1A160FD-6520-43AF-B2D2-E97B44ECF3E5}" srcOrd="0" destOrd="0" presId="urn:microsoft.com/office/officeart/2005/8/layout/vList2"/>
    <dgm:cxn modelId="{12876755-92E7-4979-AABC-D67C30706470}" type="presOf" srcId="{B481EF7E-4807-4DD6-B06B-C05AF4B9B949}" destId="{104588EA-C816-45B8-B9D9-6069D2B96B6E}" srcOrd="0" destOrd="1" presId="urn:microsoft.com/office/officeart/2005/8/layout/vList2"/>
    <dgm:cxn modelId="{22F58283-DBF0-40B3-B04A-C04B1D315765}" type="presOf" srcId="{30B25C77-8DE7-4B37-B454-ACE7FD3B0F1F}" destId="{27B44680-32D5-4C52-B21B-A7C8BD56E44E}" srcOrd="0" destOrd="0" presId="urn:microsoft.com/office/officeart/2005/8/layout/vList2"/>
    <dgm:cxn modelId="{64E8D3BC-72F8-4E02-BA15-3712B13EB525}" srcId="{DDDD2F69-46DE-47FF-B661-5ABB100C7F39}" destId="{30B25C77-8DE7-4B37-B454-ACE7FD3B0F1F}" srcOrd="1" destOrd="0" parTransId="{7F982B4E-783E-4238-B77B-C9AF4F46635A}" sibTransId="{E6CD186B-D342-41C6-B876-121D8715D78F}"/>
    <dgm:cxn modelId="{0956BDDD-5726-4F0C-A80F-B183D7BA42E6}" srcId="{DDDD2F69-46DE-47FF-B661-5ABB100C7F39}" destId="{CA906E58-C007-4FB8-8E6E-50A4198E0D6B}" srcOrd="0" destOrd="0" parTransId="{10BB310A-398E-4342-B851-3419093D5CBB}" sibTransId="{7273418E-AFB7-42F8-9E2A-EDDC903CD4AF}"/>
    <dgm:cxn modelId="{07C4F8DF-253D-4FC0-ADCA-53DEAEE19AF6}" type="presOf" srcId="{CA906E58-C007-4FB8-8E6E-50A4198E0D6B}" destId="{9518DB59-637C-4E2D-9847-C531710A378C}" srcOrd="0" destOrd="0" presId="urn:microsoft.com/office/officeart/2005/8/layout/vList2"/>
    <dgm:cxn modelId="{37458FF2-BD0B-4C24-86E5-7D4C34E8F793}" type="presOf" srcId="{DDDD2F69-46DE-47FF-B661-5ABB100C7F39}" destId="{A3E06449-4E7E-4687-8991-1C7456685AD2}" srcOrd="0" destOrd="0" presId="urn:microsoft.com/office/officeart/2005/8/layout/vList2"/>
    <dgm:cxn modelId="{3A6581B0-E5E4-40C2-B90F-56FCBE10CF7C}" type="presParOf" srcId="{A3E06449-4E7E-4687-8991-1C7456685AD2}" destId="{9518DB59-637C-4E2D-9847-C531710A378C}" srcOrd="0" destOrd="0" presId="urn:microsoft.com/office/officeart/2005/8/layout/vList2"/>
    <dgm:cxn modelId="{D014E32F-9AE9-4A0C-AF57-59EF46FFB96C}" type="presParOf" srcId="{A3E06449-4E7E-4687-8991-1C7456685AD2}" destId="{A58EC819-DE93-4EE5-8AF8-C9195E2D6503}" srcOrd="1" destOrd="0" presId="urn:microsoft.com/office/officeart/2005/8/layout/vList2"/>
    <dgm:cxn modelId="{329529FF-EBD8-4497-BB75-B43919B0A56F}" type="presParOf" srcId="{A3E06449-4E7E-4687-8991-1C7456685AD2}" destId="{27B44680-32D5-4C52-B21B-A7C8BD56E44E}" srcOrd="2" destOrd="0" presId="urn:microsoft.com/office/officeart/2005/8/layout/vList2"/>
    <dgm:cxn modelId="{C66C2721-9DD2-44AB-A4E6-7C72BBD66B0C}" type="presParOf" srcId="{A3E06449-4E7E-4687-8991-1C7456685AD2}" destId="{B26822D4-7767-4F4C-AE81-CFF996626FA6}" srcOrd="3" destOrd="0" presId="urn:microsoft.com/office/officeart/2005/8/layout/vList2"/>
    <dgm:cxn modelId="{114BEC98-C778-4432-AE32-C454E18F6EE5}" type="presParOf" srcId="{A3E06449-4E7E-4687-8991-1C7456685AD2}" destId="{A1A160FD-6520-43AF-B2D2-E97B44ECF3E5}" srcOrd="4" destOrd="0" presId="urn:microsoft.com/office/officeart/2005/8/layout/vList2"/>
    <dgm:cxn modelId="{15CA2614-B6C0-41CD-996E-436BEA257D05}" type="presParOf" srcId="{A3E06449-4E7E-4687-8991-1C7456685AD2}" destId="{104588EA-C816-45B8-B9D9-6069D2B96B6E}" srcOrd="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DDDD2F69-46DE-47FF-B661-5ABB100C7F39}"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5D9A5A23-3A26-41C9-BD69-1F2C27D5152B}">
      <dgm:prSet/>
      <dgm:spPr/>
      <dgm:t>
        <a:bodyPr/>
        <a:lstStyle/>
        <a:p>
          <a:pPr>
            <a:buNone/>
          </a:pPr>
          <a:r>
            <a:rPr lang="en-US"/>
            <a:t>This models a marketplace where a </a:t>
          </a:r>
          <a:r>
            <a:rPr lang="en-US" b="1"/>
            <a:t>Manager Agent</a:t>
          </a:r>
          <a:r>
            <a:rPr lang="en-US"/>
            <a:t> broadcasts a task request to a pool of </a:t>
          </a:r>
          <a:r>
            <a:rPr lang="en-US" b="1"/>
            <a:t>Service Agents</a:t>
          </a:r>
          <a:r>
            <a:rPr lang="en-US"/>
            <a:t>. The Service Agents "bid" or offer their capabilities, and the Manager selects the best fit based on criteria like cost, speed, or specialization.</a:t>
          </a:r>
        </a:p>
      </dgm:t>
    </dgm:pt>
    <dgm:pt modelId="{7D602546-16E9-4818-913D-43017CB2E661}" type="parTrans" cxnId="{9E573397-0ADF-440C-81C7-25350BF45A0C}">
      <dgm:prSet/>
      <dgm:spPr/>
      <dgm:t>
        <a:bodyPr/>
        <a:lstStyle/>
        <a:p>
          <a:endParaRPr lang="en-IN"/>
        </a:p>
      </dgm:t>
    </dgm:pt>
    <dgm:pt modelId="{249B0981-9F56-4A53-9E45-74ABA96CEAC4}" type="sibTrans" cxnId="{9E573397-0ADF-440C-81C7-25350BF45A0C}">
      <dgm:prSet/>
      <dgm:spPr/>
      <dgm:t>
        <a:bodyPr/>
        <a:lstStyle/>
        <a:p>
          <a:endParaRPr lang="en-IN"/>
        </a:p>
      </dgm:t>
    </dgm:pt>
    <dgm:pt modelId="{85EB9F39-85D1-483E-83A1-5F09DC797D5B}">
      <dgm:prSet/>
      <dgm:spPr/>
      <dgm:t>
        <a:bodyPr/>
        <a:lstStyle/>
        <a:p>
          <a:pPr>
            <a:buFont typeface="Arial" panose="020B0604020202020204" pitchFamily="34" charset="0"/>
            <a:buChar char="•"/>
          </a:pPr>
          <a:r>
            <a:rPr lang="en-US" b="1" dirty="0"/>
            <a:t>Pattern:</a:t>
          </a:r>
          <a:r>
            <a:rPr lang="en-US" dirty="0"/>
            <a:t> </a:t>
          </a:r>
          <a:r>
            <a:rPr lang="en-US" b="1" dirty="0"/>
            <a:t>Manager</a:t>
          </a:r>
          <a:r>
            <a:rPr lang="en-US" dirty="0"/>
            <a:t> (Broadcast CFP) -&gt; </a:t>
          </a:r>
          <a:r>
            <a:rPr lang="en-US" b="1" dirty="0"/>
            <a:t>Service Agents</a:t>
          </a:r>
          <a:r>
            <a:rPr lang="en-US" dirty="0"/>
            <a:t> (Submit Bids) -&gt; </a:t>
          </a:r>
          <a:r>
            <a:rPr lang="en-US" b="1" dirty="0"/>
            <a:t>Manager</a:t>
          </a:r>
          <a:r>
            <a:rPr lang="en-US" dirty="0"/>
            <a:t> (Award Contract) -&gt; </a:t>
          </a:r>
          <a:r>
            <a:rPr lang="en-US" b="1" dirty="0"/>
            <a:t>Winning Agent</a:t>
          </a:r>
          <a:r>
            <a:rPr lang="en-US" dirty="0"/>
            <a:t> (Execute) -&gt; </a:t>
          </a:r>
          <a:r>
            <a:rPr lang="en-US" b="1" dirty="0"/>
            <a:t>Final Output</a:t>
          </a:r>
          <a:endParaRPr lang="en-US" dirty="0"/>
        </a:p>
      </dgm:t>
    </dgm:pt>
    <dgm:pt modelId="{D0402363-E225-44CB-AEEA-860261341637}" type="parTrans" cxnId="{D8E2BA65-BD33-4FC1-9EC6-C3824ACBE36D}">
      <dgm:prSet/>
      <dgm:spPr/>
      <dgm:t>
        <a:bodyPr/>
        <a:lstStyle/>
        <a:p>
          <a:endParaRPr lang="en-IN"/>
        </a:p>
      </dgm:t>
    </dgm:pt>
    <dgm:pt modelId="{01CAD098-EA65-4FC6-B5B2-B4406071E6AF}" type="sibTrans" cxnId="{D8E2BA65-BD33-4FC1-9EC6-C3824ACBE36D}">
      <dgm:prSet/>
      <dgm:spPr/>
      <dgm:t>
        <a:bodyPr/>
        <a:lstStyle/>
        <a:p>
          <a:endParaRPr lang="en-IN"/>
        </a:p>
      </dgm:t>
    </dgm:pt>
    <dgm:pt modelId="{A33D2D33-5029-4B23-87BC-9AEB07F0050B}">
      <dgm:prSet/>
      <dgm:spPr/>
      <dgm:t>
        <a:bodyPr/>
        <a:lstStyle/>
        <a:p>
          <a:pPr>
            <a:buFont typeface="Arial" panose="020B0604020202020204" pitchFamily="34" charset="0"/>
            <a:buChar char="•"/>
          </a:pPr>
          <a:r>
            <a:rPr lang="en-IN" b="1"/>
            <a:t>Agent Roles:</a:t>
          </a:r>
          <a:endParaRPr lang="en-IN"/>
        </a:p>
      </dgm:t>
    </dgm:pt>
    <dgm:pt modelId="{7952F3E1-7F39-4DE7-ADA6-08FBAEB38414}" type="parTrans" cxnId="{2A48F65F-64B3-46C3-A282-BDA92ED4A4BF}">
      <dgm:prSet/>
      <dgm:spPr/>
      <dgm:t>
        <a:bodyPr/>
        <a:lstStyle/>
        <a:p>
          <a:endParaRPr lang="en-IN"/>
        </a:p>
      </dgm:t>
    </dgm:pt>
    <dgm:pt modelId="{7113E7C1-CFC0-4223-A0F1-7119CC69FEE6}" type="sibTrans" cxnId="{2A48F65F-64B3-46C3-A282-BDA92ED4A4BF}">
      <dgm:prSet/>
      <dgm:spPr/>
      <dgm:t>
        <a:bodyPr/>
        <a:lstStyle/>
        <a:p>
          <a:endParaRPr lang="en-IN"/>
        </a:p>
      </dgm:t>
    </dgm:pt>
    <dgm:pt modelId="{7A319DDD-5F13-405C-9A95-4BA8901669ED}">
      <dgm:prSet/>
      <dgm:spPr/>
      <dgm:t>
        <a:bodyPr/>
        <a:lstStyle/>
        <a:p>
          <a:pPr>
            <a:buFont typeface="Arial" panose="020B0604020202020204" pitchFamily="34" charset="0"/>
            <a:buChar char="•"/>
          </a:pPr>
          <a:r>
            <a:rPr lang="en-US" b="1"/>
            <a:t>Manager Agent (Auctioneer):</a:t>
          </a:r>
          <a:r>
            <a:rPr lang="en-US"/>
            <a:t> Decides the best agent to execute the task.</a:t>
          </a:r>
        </a:p>
      </dgm:t>
    </dgm:pt>
    <dgm:pt modelId="{7DB50D40-4B2D-45A0-ACA3-2E37EA5D942F}" type="parTrans" cxnId="{9577CFAB-4C2B-4570-BE44-E844319DCAA8}">
      <dgm:prSet/>
      <dgm:spPr/>
      <dgm:t>
        <a:bodyPr/>
        <a:lstStyle/>
        <a:p>
          <a:endParaRPr lang="en-IN"/>
        </a:p>
      </dgm:t>
    </dgm:pt>
    <dgm:pt modelId="{E61B24EB-D423-4C1E-A058-3F69F022B918}" type="sibTrans" cxnId="{9577CFAB-4C2B-4570-BE44-E844319DCAA8}">
      <dgm:prSet/>
      <dgm:spPr/>
      <dgm:t>
        <a:bodyPr/>
        <a:lstStyle/>
        <a:p>
          <a:endParaRPr lang="en-IN"/>
        </a:p>
      </dgm:t>
    </dgm:pt>
    <dgm:pt modelId="{07A4B841-99FB-4649-82DC-73CECF658ACA}">
      <dgm:prSet/>
      <dgm:spPr/>
      <dgm:t>
        <a:bodyPr/>
        <a:lstStyle/>
        <a:p>
          <a:pPr>
            <a:buFont typeface="Arial" panose="020B0604020202020204" pitchFamily="34" charset="0"/>
            <a:buChar char="•"/>
          </a:pPr>
          <a:r>
            <a:rPr lang="en-US" b="1"/>
            <a:t>Service Agent (Database Specialist):</a:t>
          </a:r>
          <a:r>
            <a:rPr lang="en-US"/>
            <a:t> Bids only on SQL/data retrieval tasks.</a:t>
          </a:r>
        </a:p>
      </dgm:t>
    </dgm:pt>
    <dgm:pt modelId="{CAB45233-D7CD-483F-BB52-02BB406AF46A}" type="parTrans" cxnId="{073C8F7C-D360-4E4C-A305-0320E27CD7CD}">
      <dgm:prSet/>
      <dgm:spPr/>
      <dgm:t>
        <a:bodyPr/>
        <a:lstStyle/>
        <a:p>
          <a:endParaRPr lang="en-IN"/>
        </a:p>
      </dgm:t>
    </dgm:pt>
    <dgm:pt modelId="{67D4BFBB-C550-411B-A723-71B0642BAED2}" type="sibTrans" cxnId="{073C8F7C-D360-4E4C-A305-0320E27CD7CD}">
      <dgm:prSet/>
      <dgm:spPr/>
      <dgm:t>
        <a:bodyPr/>
        <a:lstStyle/>
        <a:p>
          <a:endParaRPr lang="en-IN"/>
        </a:p>
      </dgm:t>
    </dgm:pt>
    <dgm:pt modelId="{BA519113-2710-42DD-9451-660A7026C31E}">
      <dgm:prSet/>
      <dgm:spPr/>
      <dgm:t>
        <a:bodyPr/>
        <a:lstStyle/>
        <a:p>
          <a:pPr>
            <a:buFont typeface="Arial" panose="020B0604020202020204" pitchFamily="34" charset="0"/>
            <a:buChar char="•"/>
          </a:pPr>
          <a:r>
            <a:rPr lang="en-US" b="1"/>
            <a:t>Service Agent (API Integrator):</a:t>
          </a:r>
          <a:r>
            <a:rPr lang="en-US"/>
            <a:t> Bids only on external API call tasks.</a:t>
          </a:r>
        </a:p>
      </dgm:t>
    </dgm:pt>
    <dgm:pt modelId="{CBC53035-5BBD-471D-AFF2-ECF915D0D847}" type="parTrans" cxnId="{D44E55DD-F0A5-4711-8E2E-1750ED140532}">
      <dgm:prSet/>
      <dgm:spPr/>
      <dgm:t>
        <a:bodyPr/>
        <a:lstStyle/>
        <a:p>
          <a:endParaRPr lang="en-IN"/>
        </a:p>
      </dgm:t>
    </dgm:pt>
    <dgm:pt modelId="{AD65865F-7385-4571-B63D-EE808BF75CC1}" type="sibTrans" cxnId="{D44E55DD-F0A5-4711-8E2E-1750ED140532}">
      <dgm:prSet/>
      <dgm:spPr/>
      <dgm:t>
        <a:bodyPr/>
        <a:lstStyle/>
        <a:p>
          <a:endParaRPr lang="en-IN"/>
        </a:p>
      </dgm:t>
    </dgm:pt>
    <dgm:pt modelId="{A3E06449-4E7E-4687-8991-1C7456685AD2}" type="pres">
      <dgm:prSet presAssocID="{DDDD2F69-46DE-47FF-B661-5ABB100C7F39}" presName="linear" presStyleCnt="0">
        <dgm:presLayoutVars>
          <dgm:animLvl val="lvl"/>
          <dgm:resizeHandles val="exact"/>
        </dgm:presLayoutVars>
      </dgm:prSet>
      <dgm:spPr/>
    </dgm:pt>
    <dgm:pt modelId="{C7E06AE9-63F0-4D42-B80C-C46670A5B3AB}" type="pres">
      <dgm:prSet presAssocID="{5D9A5A23-3A26-41C9-BD69-1F2C27D5152B}" presName="parentText" presStyleLbl="node1" presStyleIdx="0" presStyleCnt="3">
        <dgm:presLayoutVars>
          <dgm:chMax val="0"/>
          <dgm:bulletEnabled val="1"/>
        </dgm:presLayoutVars>
      </dgm:prSet>
      <dgm:spPr/>
    </dgm:pt>
    <dgm:pt modelId="{07985654-A741-468B-9F85-6462EE14AD14}" type="pres">
      <dgm:prSet presAssocID="{249B0981-9F56-4A53-9E45-74ABA96CEAC4}" presName="spacer" presStyleCnt="0"/>
      <dgm:spPr/>
    </dgm:pt>
    <dgm:pt modelId="{32C293B1-E994-4551-8B07-5DF1D698B1A6}" type="pres">
      <dgm:prSet presAssocID="{85EB9F39-85D1-483E-83A1-5F09DC797D5B}" presName="parentText" presStyleLbl="node1" presStyleIdx="1" presStyleCnt="3">
        <dgm:presLayoutVars>
          <dgm:chMax val="0"/>
          <dgm:bulletEnabled val="1"/>
        </dgm:presLayoutVars>
      </dgm:prSet>
      <dgm:spPr/>
    </dgm:pt>
    <dgm:pt modelId="{BF885528-C293-48AD-8C9E-1DC8C3CD97FD}" type="pres">
      <dgm:prSet presAssocID="{01CAD098-EA65-4FC6-B5B2-B4406071E6AF}" presName="spacer" presStyleCnt="0"/>
      <dgm:spPr/>
    </dgm:pt>
    <dgm:pt modelId="{20C4552C-D9B7-4118-AB3C-4BCCC685AA09}" type="pres">
      <dgm:prSet presAssocID="{A33D2D33-5029-4B23-87BC-9AEB07F0050B}" presName="parentText" presStyleLbl="node1" presStyleIdx="2" presStyleCnt="3">
        <dgm:presLayoutVars>
          <dgm:chMax val="0"/>
          <dgm:bulletEnabled val="1"/>
        </dgm:presLayoutVars>
      </dgm:prSet>
      <dgm:spPr/>
    </dgm:pt>
    <dgm:pt modelId="{5E8A7181-B33C-4DE0-A555-82E0DB07B01C}" type="pres">
      <dgm:prSet presAssocID="{A33D2D33-5029-4B23-87BC-9AEB07F0050B}" presName="childText" presStyleLbl="revTx" presStyleIdx="0" presStyleCnt="1">
        <dgm:presLayoutVars>
          <dgm:bulletEnabled val="1"/>
        </dgm:presLayoutVars>
      </dgm:prSet>
      <dgm:spPr/>
    </dgm:pt>
  </dgm:ptLst>
  <dgm:cxnLst>
    <dgm:cxn modelId="{5EFBEE03-C51F-4C62-BB4B-1960C90032F9}" type="presOf" srcId="{5D9A5A23-3A26-41C9-BD69-1F2C27D5152B}" destId="{C7E06AE9-63F0-4D42-B80C-C46670A5B3AB}" srcOrd="0" destOrd="0" presId="urn:microsoft.com/office/officeart/2005/8/layout/vList2"/>
    <dgm:cxn modelId="{F185F45F-FDC0-43C1-BCF2-E4DB361661C5}" type="presOf" srcId="{07A4B841-99FB-4649-82DC-73CECF658ACA}" destId="{5E8A7181-B33C-4DE0-A555-82E0DB07B01C}" srcOrd="0" destOrd="1" presId="urn:microsoft.com/office/officeart/2005/8/layout/vList2"/>
    <dgm:cxn modelId="{2A48F65F-64B3-46C3-A282-BDA92ED4A4BF}" srcId="{DDDD2F69-46DE-47FF-B661-5ABB100C7F39}" destId="{A33D2D33-5029-4B23-87BC-9AEB07F0050B}" srcOrd="2" destOrd="0" parTransId="{7952F3E1-7F39-4DE7-ADA6-08FBAEB38414}" sibTransId="{7113E7C1-CFC0-4223-A0F1-7119CC69FEE6}"/>
    <dgm:cxn modelId="{D8E2BA65-BD33-4FC1-9EC6-C3824ACBE36D}" srcId="{DDDD2F69-46DE-47FF-B661-5ABB100C7F39}" destId="{85EB9F39-85D1-483E-83A1-5F09DC797D5B}" srcOrd="1" destOrd="0" parTransId="{D0402363-E225-44CB-AEEA-860261341637}" sibTransId="{01CAD098-EA65-4FC6-B5B2-B4406071E6AF}"/>
    <dgm:cxn modelId="{073C8F7C-D360-4E4C-A305-0320E27CD7CD}" srcId="{A33D2D33-5029-4B23-87BC-9AEB07F0050B}" destId="{07A4B841-99FB-4649-82DC-73CECF658ACA}" srcOrd="1" destOrd="0" parTransId="{CAB45233-D7CD-483F-BB52-02BB406AF46A}" sibTransId="{67D4BFBB-C550-411B-A723-71B0642BAED2}"/>
    <dgm:cxn modelId="{EC951595-299E-418B-8BB2-70C166733C90}" type="presOf" srcId="{A33D2D33-5029-4B23-87BC-9AEB07F0050B}" destId="{20C4552C-D9B7-4118-AB3C-4BCCC685AA09}" srcOrd="0" destOrd="0" presId="urn:microsoft.com/office/officeart/2005/8/layout/vList2"/>
    <dgm:cxn modelId="{9E573397-0ADF-440C-81C7-25350BF45A0C}" srcId="{DDDD2F69-46DE-47FF-B661-5ABB100C7F39}" destId="{5D9A5A23-3A26-41C9-BD69-1F2C27D5152B}" srcOrd="0" destOrd="0" parTransId="{7D602546-16E9-4818-913D-43017CB2E661}" sibTransId="{249B0981-9F56-4A53-9E45-74ABA96CEAC4}"/>
    <dgm:cxn modelId="{AA29F8A0-84F3-479E-A663-D1FA74063DA6}" type="presOf" srcId="{7A319DDD-5F13-405C-9A95-4BA8901669ED}" destId="{5E8A7181-B33C-4DE0-A555-82E0DB07B01C}" srcOrd="0" destOrd="0" presId="urn:microsoft.com/office/officeart/2005/8/layout/vList2"/>
    <dgm:cxn modelId="{9577CFAB-4C2B-4570-BE44-E844319DCAA8}" srcId="{A33D2D33-5029-4B23-87BC-9AEB07F0050B}" destId="{7A319DDD-5F13-405C-9A95-4BA8901669ED}" srcOrd="0" destOrd="0" parTransId="{7DB50D40-4B2D-45A0-ACA3-2E37EA5D942F}" sibTransId="{E61B24EB-D423-4C1E-A058-3F69F022B918}"/>
    <dgm:cxn modelId="{6CA237C7-3E06-42FE-95B1-A0F1B0541810}" type="presOf" srcId="{BA519113-2710-42DD-9451-660A7026C31E}" destId="{5E8A7181-B33C-4DE0-A555-82E0DB07B01C}" srcOrd="0" destOrd="2" presId="urn:microsoft.com/office/officeart/2005/8/layout/vList2"/>
    <dgm:cxn modelId="{B9CE35DC-A024-425B-90DF-3884D71DA4EF}" type="presOf" srcId="{85EB9F39-85D1-483E-83A1-5F09DC797D5B}" destId="{32C293B1-E994-4551-8B07-5DF1D698B1A6}" srcOrd="0" destOrd="0" presId="urn:microsoft.com/office/officeart/2005/8/layout/vList2"/>
    <dgm:cxn modelId="{D44E55DD-F0A5-4711-8E2E-1750ED140532}" srcId="{A33D2D33-5029-4B23-87BC-9AEB07F0050B}" destId="{BA519113-2710-42DD-9451-660A7026C31E}" srcOrd="2" destOrd="0" parTransId="{CBC53035-5BBD-471D-AFF2-ECF915D0D847}" sibTransId="{AD65865F-7385-4571-B63D-EE808BF75CC1}"/>
    <dgm:cxn modelId="{37458FF2-BD0B-4C24-86E5-7D4C34E8F793}" type="presOf" srcId="{DDDD2F69-46DE-47FF-B661-5ABB100C7F39}" destId="{A3E06449-4E7E-4687-8991-1C7456685AD2}" srcOrd="0" destOrd="0" presId="urn:microsoft.com/office/officeart/2005/8/layout/vList2"/>
    <dgm:cxn modelId="{9A5CD7F5-97C7-429D-A56D-74DE5EA3A6C9}" type="presParOf" srcId="{A3E06449-4E7E-4687-8991-1C7456685AD2}" destId="{C7E06AE9-63F0-4D42-B80C-C46670A5B3AB}" srcOrd="0" destOrd="0" presId="urn:microsoft.com/office/officeart/2005/8/layout/vList2"/>
    <dgm:cxn modelId="{D86E9AA4-D4CA-42F2-80A1-A38DF66D3CA6}" type="presParOf" srcId="{A3E06449-4E7E-4687-8991-1C7456685AD2}" destId="{07985654-A741-468B-9F85-6462EE14AD14}" srcOrd="1" destOrd="0" presId="urn:microsoft.com/office/officeart/2005/8/layout/vList2"/>
    <dgm:cxn modelId="{7855111A-CD2B-4D23-8F3A-4B6E09E98DA6}" type="presParOf" srcId="{A3E06449-4E7E-4687-8991-1C7456685AD2}" destId="{32C293B1-E994-4551-8B07-5DF1D698B1A6}" srcOrd="2" destOrd="0" presId="urn:microsoft.com/office/officeart/2005/8/layout/vList2"/>
    <dgm:cxn modelId="{84DD716F-2D73-4EE0-95EF-B24BB4F63B83}" type="presParOf" srcId="{A3E06449-4E7E-4687-8991-1C7456685AD2}" destId="{BF885528-C293-48AD-8C9E-1DC8C3CD97FD}" srcOrd="3" destOrd="0" presId="urn:microsoft.com/office/officeart/2005/8/layout/vList2"/>
    <dgm:cxn modelId="{5D6A9181-01F2-4F97-870A-81CEB517F232}" type="presParOf" srcId="{A3E06449-4E7E-4687-8991-1C7456685AD2}" destId="{20C4552C-D9B7-4118-AB3C-4BCCC685AA09}" srcOrd="4" destOrd="0" presId="urn:microsoft.com/office/officeart/2005/8/layout/vList2"/>
    <dgm:cxn modelId="{115AEBB1-5F15-4F7A-BFB6-F7F80A234905}" type="presParOf" srcId="{A3E06449-4E7E-4687-8991-1C7456685AD2}" destId="{5E8A7181-B33C-4DE0-A555-82E0DB07B01C}" srcOrd="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2DFA2F8A-E55F-47F7-82A0-B9F1A55179D0}"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196ACF9D-726D-4DF2-88FB-0235E18B8B7A}">
      <dgm:prSet/>
      <dgm:spPr/>
      <dgm:t>
        <a:bodyPr/>
        <a:lstStyle/>
        <a:p>
          <a:r>
            <a:rPr lang="en-US" b="1" i="0" baseline="0"/>
            <a:t>Sequential:</a:t>
          </a:r>
          <a:r>
            <a:rPr lang="en-US" b="0" i="0" baseline="0"/>
            <a:t> Linear, fixed order, one agent feeds the next Good for clear dependencies.</a:t>
          </a:r>
          <a:endParaRPr lang="en-IN"/>
        </a:p>
      </dgm:t>
    </dgm:pt>
    <dgm:pt modelId="{9A20105A-E005-45A9-A1B5-2395CEB99544}" type="parTrans" cxnId="{2B9C1E11-60E7-4436-9911-3E8E8F877E55}">
      <dgm:prSet/>
      <dgm:spPr/>
      <dgm:t>
        <a:bodyPr/>
        <a:lstStyle/>
        <a:p>
          <a:endParaRPr lang="en-IN"/>
        </a:p>
      </dgm:t>
    </dgm:pt>
    <dgm:pt modelId="{FDD00BE6-74E1-47C7-A548-DD00F5BAD53D}" type="sibTrans" cxnId="{2B9C1E11-60E7-4436-9911-3E8E8F877E55}">
      <dgm:prSet/>
      <dgm:spPr/>
      <dgm:t>
        <a:bodyPr/>
        <a:lstStyle/>
        <a:p>
          <a:endParaRPr lang="en-IN"/>
        </a:p>
      </dgm:t>
    </dgm:pt>
    <dgm:pt modelId="{87ABA52B-6EF3-4090-AB8F-C5016DDBD0DA}">
      <dgm:prSet/>
      <dgm:spPr/>
      <dgm:t>
        <a:bodyPr/>
        <a:lstStyle/>
        <a:p>
          <a:r>
            <a:rPr lang="en-US" b="1" i="0" baseline="0"/>
            <a:t>Hierarchical</a:t>
          </a:r>
          <a:r>
            <a:rPr lang="en-US" b="0" i="0" baseline="0"/>
            <a:t> Central planner/supervisor delegates tasks and aggregates results.Good for complex requests and managing specialized sub-agents.</a:t>
          </a:r>
          <a:endParaRPr lang="en-IN"/>
        </a:p>
      </dgm:t>
    </dgm:pt>
    <dgm:pt modelId="{6EABA64B-55DA-4531-84C7-ED5A471040B5}" type="parTrans" cxnId="{829C436D-4EA6-403D-B084-8C7B2148352A}">
      <dgm:prSet/>
      <dgm:spPr/>
      <dgm:t>
        <a:bodyPr/>
        <a:lstStyle/>
        <a:p>
          <a:endParaRPr lang="en-IN"/>
        </a:p>
      </dgm:t>
    </dgm:pt>
    <dgm:pt modelId="{9BA6A409-31E5-421F-8CB4-A29BCC701982}" type="sibTrans" cxnId="{829C436D-4EA6-403D-B084-8C7B2148352A}">
      <dgm:prSet/>
      <dgm:spPr/>
      <dgm:t>
        <a:bodyPr/>
        <a:lstStyle/>
        <a:p>
          <a:endParaRPr lang="en-IN"/>
        </a:p>
      </dgm:t>
    </dgm:pt>
    <dgm:pt modelId="{3AE0B6F6-AD23-45FF-9E9B-5FDFE14E77E1}" type="pres">
      <dgm:prSet presAssocID="{2DFA2F8A-E55F-47F7-82A0-B9F1A55179D0}" presName="linear" presStyleCnt="0">
        <dgm:presLayoutVars>
          <dgm:animLvl val="lvl"/>
          <dgm:resizeHandles val="exact"/>
        </dgm:presLayoutVars>
      </dgm:prSet>
      <dgm:spPr/>
    </dgm:pt>
    <dgm:pt modelId="{B42486C0-2452-4D34-B250-9C1A3C70CFB7}" type="pres">
      <dgm:prSet presAssocID="{196ACF9D-726D-4DF2-88FB-0235E18B8B7A}" presName="parentText" presStyleLbl="node1" presStyleIdx="0" presStyleCnt="2">
        <dgm:presLayoutVars>
          <dgm:chMax val="0"/>
          <dgm:bulletEnabled val="1"/>
        </dgm:presLayoutVars>
      </dgm:prSet>
      <dgm:spPr/>
    </dgm:pt>
    <dgm:pt modelId="{E4DF9131-2B02-41CC-94E3-42664FB8EF1C}" type="pres">
      <dgm:prSet presAssocID="{FDD00BE6-74E1-47C7-A548-DD00F5BAD53D}" presName="spacer" presStyleCnt="0"/>
      <dgm:spPr/>
    </dgm:pt>
    <dgm:pt modelId="{3182B624-FE43-41D0-8395-FF6EF85E7E83}" type="pres">
      <dgm:prSet presAssocID="{87ABA52B-6EF3-4090-AB8F-C5016DDBD0DA}" presName="parentText" presStyleLbl="node1" presStyleIdx="1" presStyleCnt="2">
        <dgm:presLayoutVars>
          <dgm:chMax val="0"/>
          <dgm:bulletEnabled val="1"/>
        </dgm:presLayoutVars>
      </dgm:prSet>
      <dgm:spPr/>
    </dgm:pt>
  </dgm:ptLst>
  <dgm:cxnLst>
    <dgm:cxn modelId="{9D9B5802-2BAD-4E81-9C29-F484401D1EF7}" type="presOf" srcId="{2DFA2F8A-E55F-47F7-82A0-B9F1A55179D0}" destId="{3AE0B6F6-AD23-45FF-9E9B-5FDFE14E77E1}" srcOrd="0" destOrd="0" presId="urn:microsoft.com/office/officeart/2005/8/layout/vList2"/>
    <dgm:cxn modelId="{2B9C1E11-60E7-4436-9911-3E8E8F877E55}" srcId="{2DFA2F8A-E55F-47F7-82A0-B9F1A55179D0}" destId="{196ACF9D-726D-4DF2-88FB-0235E18B8B7A}" srcOrd="0" destOrd="0" parTransId="{9A20105A-E005-45A9-A1B5-2395CEB99544}" sibTransId="{FDD00BE6-74E1-47C7-A548-DD00F5BAD53D}"/>
    <dgm:cxn modelId="{829C436D-4EA6-403D-B084-8C7B2148352A}" srcId="{2DFA2F8A-E55F-47F7-82A0-B9F1A55179D0}" destId="{87ABA52B-6EF3-4090-AB8F-C5016DDBD0DA}" srcOrd="1" destOrd="0" parTransId="{6EABA64B-55DA-4531-84C7-ED5A471040B5}" sibTransId="{9BA6A409-31E5-421F-8CB4-A29BCC701982}"/>
    <dgm:cxn modelId="{C7D21276-AF63-404C-ADCC-02AE85511C33}" type="presOf" srcId="{87ABA52B-6EF3-4090-AB8F-C5016DDBD0DA}" destId="{3182B624-FE43-41D0-8395-FF6EF85E7E83}" srcOrd="0" destOrd="0" presId="urn:microsoft.com/office/officeart/2005/8/layout/vList2"/>
    <dgm:cxn modelId="{D6D7A177-439D-46EE-9817-032BFB0D6358}" type="presOf" srcId="{196ACF9D-726D-4DF2-88FB-0235E18B8B7A}" destId="{B42486C0-2452-4D34-B250-9C1A3C70CFB7}" srcOrd="0" destOrd="0" presId="urn:microsoft.com/office/officeart/2005/8/layout/vList2"/>
    <dgm:cxn modelId="{0331CB37-7880-419A-9CFB-9F744289BB35}" type="presParOf" srcId="{3AE0B6F6-AD23-45FF-9E9B-5FDFE14E77E1}" destId="{B42486C0-2452-4D34-B250-9C1A3C70CFB7}" srcOrd="0" destOrd="0" presId="urn:microsoft.com/office/officeart/2005/8/layout/vList2"/>
    <dgm:cxn modelId="{24C76062-B026-412B-83B1-F023AB51F650}" type="presParOf" srcId="{3AE0B6F6-AD23-45FF-9E9B-5FDFE14E77E1}" destId="{E4DF9131-2B02-41CC-94E3-42664FB8EF1C}" srcOrd="1" destOrd="0" presId="urn:microsoft.com/office/officeart/2005/8/layout/vList2"/>
    <dgm:cxn modelId="{F12BE4B1-4EB5-47D2-8612-96114D8059A8}" type="presParOf" srcId="{3AE0B6F6-AD23-45FF-9E9B-5FDFE14E77E1}" destId="{3182B624-FE43-41D0-8395-FF6EF85E7E83}"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4CED834C-2749-4735-8B64-63ED8DD6C880}"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C39CCCC6-1ACC-4F49-9B9E-3A19BA0ABA9E}">
      <dgm:prSet/>
      <dgm:spPr/>
      <dgm:t>
        <a:bodyPr/>
        <a:lstStyle/>
        <a:p>
          <a:r>
            <a:rPr lang="en-US" b="1" i="0" baseline="0"/>
            <a:t>Preventing Infinite Loop:</a:t>
          </a:r>
          <a:r>
            <a:rPr lang="en-US" b="0" i="0" baseline="0"/>
            <a:t> The candidate should mention using a </a:t>
          </a:r>
          <a:r>
            <a:rPr lang="en-US" b="1" i="0" baseline="0"/>
            <a:t>state variable</a:t>
          </a:r>
          <a:r>
            <a:rPr lang="en-US" b="0" i="0" baseline="0"/>
            <a:t> </a:t>
          </a:r>
          <a:endParaRPr lang="en-IN"/>
        </a:p>
      </dgm:t>
    </dgm:pt>
    <dgm:pt modelId="{81D8410F-2011-412C-BEAF-1A83DBAFF8C8}" type="parTrans" cxnId="{13FCCA09-298A-418C-8635-A0865F98C57A}">
      <dgm:prSet/>
      <dgm:spPr/>
      <dgm:t>
        <a:bodyPr/>
        <a:lstStyle/>
        <a:p>
          <a:endParaRPr lang="en-IN"/>
        </a:p>
      </dgm:t>
    </dgm:pt>
    <dgm:pt modelId="{A85341A6-4DD7-4C59-8BBD-52EAD5FFF2A7}" type="sibTrans" cxnId="{13FCCA09-298A-418C-8635-A0865F98C57A}">
      <dgm:prSet/>
      <dgm:spPr/>
      <dgm:t>
        <a:bodyPr/>
        <a:lstStyle/>
        <a:p>
          <a:endParaRPr lang="en-IN"/>
        </a:p>
      </dgm:t>
    </dgm:pt>
    <dgm:pt modelId="{4A888545-1BAF-4D0E-824C-F547C3EE84B9}">
      <dgm:prSet/>
      <dgm:spPr/>
      <dgm:t>
        <a:bodyPr/>
        <a:lstStyle/>
        <a:p>
          <a:r>
            <a:rPr lang="en-US" b="0" i="0" baseline="0" dirty="0"/>
            <a:t>(like a counter, </a:t>
          </a:r>
          <a:r>
            <a:rPr lang="en-US" b="1" i="0" baseline="0" dirty="0"/>
            <a:t>conditional edge</a:t>
          </a:r>
          <a:r>
            <a:rPr lang="en-US" b="0" i="0" baseline="0" dirty="0"/>
            <a:t> (router function)</a:t>
          </a:r>
          <a:endParaRPr lang="en-IN" dirty="0"/>
        </a:p>
      </dgm:t>
    </dgm:pt>
    <dgm:pt modelId="{7D65C880-8FF8-4398-9971-5A155AE62AA8}" type="parTrans" cxnId="{8E6FB406-8AE5-48DC-8DC9-42AC62D40E2F}">
      <dgm:prSet/>
      <dgm:spPr/>
      <dgm:t>
        <a:bodyPr/>
        <a:lstStyle/>
        <a:p>
          <a:endParaRPr lang="en-IN"/>
        </a:p>
      </dgm:t>
    </dgm:pt>
    <dgm:pt modelId="{C770B826-0932-41CB-B018-AA17C175E856}" type="sibTrans" cxnId="{8E6FB406-8AE5-48DC-8DC9-42AC62D40E2F}">
      <dgm:prSet/>
      <dgm:spPr/>
      <dgm:t>
        <a:bodyPr/>
        <a:lstStyle/>
        <a:p>
          <a:endParaRPr lang="en-IN"/>
        </a:p>
      </dgm:t>
    </dgm:pt>
    <dgm:pt modelId="{272E5929-C43A-4C4A-A053-13CA867FCEB9}">
      <dgm:prSet/>
      <dgm:spPr/>
      <dgm:t>
        <a:bodyPr/>
        <a:lstStyle/>
        <a:p>
          <a:r>
            <a:rPr lang="en-US" b="1" i="0" baseline="0" dirty="0"/>
            <a:t>Human Handoff Mechanism:</a:t>
          </a:r>
          <a:r>
            <a:rPr lang="en-US" b="0" i="0" baseline="0" dirty="0"/>
            <a:t> They should describe creating an </a:t>
          </a:r>
          <a:r>
            <a:rPr lang="en-US" b="1" i="0" baseline="0" dirty="0"/>
            <a:t>Intervention Node</a:t>
          </a:r>
          <a:r>
            <a:rPr lang="en-US" b="0" i="0" baseline="0" dirty="0"/>
            <a:t> which, </a:t>
          </a:r>
          <a:endParaRPr lang="en-IN" dirty="0"/>
        </a:p>
      </dgm:t>
    </dgm:pt>
    <dgm:pt modelId="{2931EF48-0AAA-4A1B-941D-4D86D3A238F6}" type="parTrans" cxnId="{BB2E324E-EE5E-4517-9ED4-419B45A76AC4}">
      <dgm:prSet/>
      <dgm:spPr/>
      <dgm:t>
        <a:bodyPr/>
        <a:lstStyle/>
        <a:p>
          <a:endParaRPr lang="en-IN"/>
        </a:p>
      </dgm:t>
    </dgm:pt>
    <dgm:pt modelId="{86C42AAE-EB0B-489A-AC27-085F8138B2C3}" type="sibTrans" cxnId="{BB2E324E-EE5E-4517-9ED4-419B45A76AC4}">
      <dgm:prSet/>
      <dgm:spPr/>
      <dgm:t>
        <a:bodyPr/>
        <a:lstStyle/>
        <a:p>
          <a:endParaRPr lang="en-IN"/>
        </a:p>
      </dgm:t>
    </dgm:pt>
    <dgm:pt modelId="{779140FF-3E9F-4B5F-8810-1B5D0F973A8A}">
      <dgm:prSet/>
      <dgm:spPr/>
      <dgm:t>
        <a:bodyPr/>
        <a:lstStyle/>
        <a:p>
          <a:r>
            <a:rPr lang="en-US" b="0" i="0" baseline="0" dirty="0"/>
            <a:t>instead of calling another LLM, executes a tool (a Python function) that triggers a side effect</a:t>
          </a:r>
          <a:r>
            <a:rPr lang="en-US" b="0" i="0" baseline="0"/>
            <a:t>, such as:</a:t>
          </a:r>
          <a:endParaRPr lang="en-IN" dirty="0"/>
        </a:p>
      </dgm:t>
    </dgm:pt>
    <dgm:pt modelId="{9C3280A9-F2BB-4D6A-B712-4C7A3E25283D}" type="parTrans" cxnId="{89F6F666-EA18-4F99-9AEA-2DD8D6CD28CB}">
      <dgm:prSet/>
      <dgm:spPr/>
      <dgm:t>
        <a:bodyPr/>
        <a:lstStyle/>
        <a:p>
          <a:endParaRPr lang="en-IN"/>
        </a:p>
      </dgm:t>
    </dgm:pt>
    <dgm:pt modelId="{83DB9D5E-FD0B-47AF-9412-A57A3B6195A8}" type="sibTrans" cxnId="{89F6F666-EA18-4F99-9AEA-2DD8D6CD28CB}">
      <dgm:prSet/>
      <dgm:spPr/>
      <dgm:t>
        <a:bodyPr/>
        <a:lstStyle/>
        <a:p>
          <a:endParaRPr lang="en-IN"/>
        </a:p>
      </dgm:t>
    </dgm:pt>
    <dgm:pt modelId="{EF6B0C94-67DD-4F36-B22A-D4E3D84EF899}">
      <dgm:prSet/>
      <dgm:spPr/>
      <dgm:t>
        <a:bodyPr/>
        <a:lstStyle/>
        <a:p>
          <a:r>
            <a:rPr lang="en-US" b="0" i="0" baseline="0" dirty="0"/>
            <a:t>Sending an email/Slack message </a:t>
          </a:r>
          <a:endParaRPr lang="en-IN" dirty="0"/>
        </a:p>
      </dgm:t>
    </dgm:pt>
    <dgm:pt modelId="{B24020AB-AC95-4408-81C0-A46940306DBA}" type="parTrans" cxnId="{EE4D106B-EA68-471E-8D4A-99C7889CE295}">
      <dgm:prSet/>
      <dgm:spPr/>
      <dgm:t>
        <a:bodyPr/>
        <a:lstStyle/>
        <a:p>
          <a:endParaRPr lang="en-IN"/>
        </a:p>
      </dgm:t>
    </dgm:pt>
    <dgm:pt modelId="{38D4F378-E8B4-405B-BCDE-28CD8D86054B}" type="sibTrans" cxnId="{EE4D106B-EA68-471E-8D4A-99C7889CE295}">
      <dgm:prSet/>
      <dgm:spPr/>
      <dgm:t>
        <a:bodyPr/>
        <a:lstStyle/>
        <a:p>
          <a:endParaRPr lang="en-IN"/>
        </a:p>
      </dgm:t>
    </dgm:pt>
    <dgm:pt modelId="{8A128935-3592-49D0-A7C8-D66580C87BED}">
      <dgm:prSet/>
      <dgm:spPr/>
      <dgm:t>
        <a:bodyPr/>
        <a:lstStyle/>
        <a:p>
          <a:r>
            <a:rPr lang="en-US" b="0" i="0" baseline="0"/>
            <a:t>Writing the failed task details to a specific queue/database </a:t>
          </a:r>
          <a:endParaRPr lang="en-IN"/>
        </a:p>
      </dgm:t>
    </dgm:pt>
    <dgm:pt modelId="{6433173D-D71A-4607-92A1-7F107D657823}" type="parTrans" cxnId="{CEAEB5A3-A33A-4D1F-A1B8-8BDEBF71C0D0}">
      <dgm:prSet/>
      <dgm:spPr/>
      <dgm:t>
        <a:bodyPr/>
        <a:lstStyle/>
        <a:p>
          <a:endParaRPr lang="en-IN"/>
        </a:p>
      </dgm:t>
    </dgm:pt>
    <dgm:pt modelId="{0B600BBF-25EE-4EE3-A357-C00E15454842}" type="sibTrans" cxnId="{CEAEB5A3-A33A-4D1F-A1B8-8BDEBF71C0D0}">
      <dgm:prSet/>
      <dgm:spPr/>
      <dgm:t>
        <a:bodyPr/>
        <a:lstStyle/>
        <a:p>
          <a:endParaRPr lang="en-IN"/>
        </a:p>
      </dgm:t>
    </dgm:pt>
    <dgm:pt modelId="{62ED62D0-F75C-4600-8811-3C0C4A33DC2B}" type="pres">
      <dgm:prSet presAssocID="{4CED834C-2749-4735-8B64-63ED8DD6C880}" presName="linear" presStyleCnt="0">
        <dgm:presLayoutVars>
          <dgm:animLvl val="lvl"/>
          <dgm:resizeHandles val="exact"/>
        </dgm:presLayoutVars>
      </dgm:prSet>
      <dgm:spPr/>
    </dgm:pt>
    <dgm:pt modelId="{53E2AAA7-663F-442F-ADB1-3A1368BC5C12}" type="pres">
      <dgm:prSet presAssocID="{C39CCCC6-1ACC-4F49-9B9E-3A19BA0ABA9E}" presName="parentText" presStyleLbl="node1" presStyleIdx="0" presStyleCnt="4">
        <dgm:presLayoutVars>
          <dgm:chMax val="0"/>
          <dgm:bulletEnabled val="1"/>
        </dgm:presLayoutVars>
      </dgm:prSet>
      <dgm:spPr/>
    </dgm:pt>
    <dgm:pt modelId="{9C4EC4DD-D8CF-4452-A4B6-359E38D2CA8F}" type="pres">
      <dgm:prSet presAssocID="{A85341A6-4DD7-4C59-8BBD-52EAD5FFF2A7}" presName="spacer" presStyleCnt="0"/>
      <dgm:spPr/>
    </dgm:pt>
    <dgm:pt modelId="{A60F5FA9-7D7C-4952-BD9D-496575384C47}" type="pres">
      <dgm:prSet presAssocID="{4A888545-1BAF-4D0E-824C-F547C3EE84B9}" presName="parentText" presStyleLbl="node1" presStyleIdx="1" presStyleCnt="4">
        <dgm:presLayoutVars>
          <dgm:chMax val="0"/>
          <dgm:bulletEnabled val="1"/>
        </dgm:presLayoutVars>
      </dgm:prSet>
      <dgm:spPr/>
    </dgm:pt>
    <dgm:pt modelId="{02637F31-D9E2-46FA-9318-1E8CA74FFBF4}" type="pres">
      <dgm:prSet presAssocID="{C770B826-0932-41CB-B018-AA17C175E856}" presName="spacer" presStyleCnt="0"/>
      <dgm:spPr/>
    </dgm:pt>
    <dgm:pt modelId="{53651AE1-745F-4AF0-A74B-10AE017ECB02}" type="pres">
      <dgm:prSet presAssocID="{272E5929-C43A-4C4A-A053-13CA867FCEB9}" presName="parentText" presStyleLbl="node1" presStyleIdx="2" presStyleCnt="4">
        <dgm:presLayoutVars>
          <dgm:chMax val="0"/>
          <dgm:bulletEnabled val="1"/>
        </dgm:presLayoutVars>
      </dgm:prSet>
      <dgm:spPr/>
    </dgm:pt>
    <dgm:pt modelId="{1E128A4A-6839-43B9-B70A-ED8CB3273F05}" type="pres">
      <dgm:prSet presAssocID="{86C42AAE-EB0B-489A-AC27-085F8138B2C3}" presName="spacer" presStyleCnt="0"/>
      <dgm:spPr/>
    </dgm:pt>
    <dgm:pt modelId="{8A22803A-83A7-4C0E-9AB4-EF103528E994}" type="pres">
      <dgm:prSet presAssocID="{779140FF-3E9F-4B5F-8810-1B5D0F973A8A}" presName="parentText" presStyleLbl="node1" presStyleIdx="3" presStyleCnt="4">
        <dgm:presLayoutVars>
          <dgm:chMax val="0"/>
          <dgm:bulletEnabled val="1"/>
        </dgm:presLayoutVars>
      </dgm:prSet>
      <dgm:spPr/>
    </dgm:pt>
    <dgm:pt modelId="{B8CF8B43-6D39-4D89-AF17-75D9136D1F67}" type="pres">
      <dgm:prSet presAssocID="{779140FF-3E9F-4B5F-8810-1B5D0F973A8A}" presName="childText" presStyleLbl="revTx" presStyleIdx="0" presStyleCnt="1">
        <dgm:presLayoutVars>
          <dgm:bulletEnabled val="1"/>
        </dgm:presLayoutVars>
      </dgm:prSet>
      <dgm:spPr/>
    </dgm:pt>
  </dgm:ptLst>
  <dgm:cxnLst>
    <dgm:cxn modelId="{8E6FB406-8AE5-48DC-8DC9-42AC62D40E2F}" srcId="{4CED834C-2749-4735-8B64-63ED8DD6C880}" destId="{4A888545-1BAF-4D0E-824C-F547C3EE84B9}" srcOrd="1" destOrd="0" parTransId="{7D65C880-8FF8-4398-9971-5A155AE62AA8}" sibTransId="{C770B826-0932-41CB-B018-AA17C175E856}"/>
    <dgm:cxn modelId="{13FCCA09-298A-418C-8635-A0865F98C57A}" srcId="{4CED834C-2749-4735-8B64-63ED8DD6C880}" destId="{C39CCCC6-1ACC-4F49-9B9E-3A19BA0ABA9E}" srcOrd="0" destOrd="0" parTransId="{81D8410F-2011-412C-BEAF-1A83DBAFF8C8}" sibTransId="{A85341A6-4DD7-4C59-8BBD-52EAD5FFF2A7}"/>
    <dgm:cxn modelId="{713AE10D-C57C-494C-8FA6-448AFBAA409D}" type="presOf" srcId="{EF6B0C94-67DD-4F36-B22A-D4E3D84EF899}" destId="{B8CF8B43-6D39-4D89-AF17-75D9136D1F67}" srcOrd="0" destOrd="0" presId="urn:microsoft.com/office/officeart/2005/8/layout/vList2"/>
    <dgm:cxn modelId="{5431D732-10A0-4D67-B82B-9FADEB4166C4}" type="presOf" srcId="{8A128935-3592-49D0-A7C8-D66580C87BED}" destId="{B8CF8B43-6D39-4D89-AF17-75D9136D1F67}" srcOrd="0" destOrd="1" presId="urn:microsoft.com/office/officeart/2005/8/layout/vList2"/>
    <dgm:cxn modelId="{F4C37B41-EEA6-4DF8-879D-0F681C8EEACE}" type="presOf" srcId="{4A888545-1BAF-4D0E-824C-F547C3EE84B9}" destId="{A60F5FA9-7D7C-4952-BD9D-496575384C47}" srcOrd="0" destOrd="0" presId="urn:microsoft.com/office/officeart/2005/8/layout/vList2"/>
    <dgm:cxn modelId="{89F6F666-EA18-4F99-9AEA-2DD8D6CD28CB}" srcId="{4CED834C-2749-4735-8B64-63ED8DD6C880}" destId="{779140FF-3E9F-4B5F-8810-1B5D0F973A8A}" srcOrd="3" destOrd="0" parTransId="{9C3280A9-F2BB-4D6A-B712-4C7A3E25283D}" sibTransId="{83DB9D5E-FD0B-47AF-9412-A57A3B6195A8}"/>
    <dgm:cxn modelId="{91AC2D48-F688-4586-A156-292C03025F19}" type="presOf" srcId="{4CED834C-2749-4735-8B64-63ED8DD6C880}" destId="{62ED62D0-F75C-4600-8811-3C0C4A33DC2B}" srcOrd="0" destOrd="0" presId="urn:microsoft.com/office/officeart/2005/8/layout/vList2"/>
    <dgm:cxn modelId="{EE4D106B-EA68-471E-8D4A-99C7889CE295}" srcId="{779140FF-3E9F-4B5F-8810-1B5D0F973A8A}" destId="{EF6B0C94-67DD-4F36-B22A-D4E3D84EF899}" srcOrd="0" destOrd="0" parTransId="{B24020AB-AC95-4408-81C0-A46940306DBA}" sibTransId="{38D4F378-E8B4-405B-BCDE-28CD8D86054B}"/>
    <dgm:cxn modelId="{BB2E324E-EE5E-4517-9ED4-419B45A76AC4}" srcId="{4CED834C-2749-4735-8B64-63ED8DD6C880}" destId="{272E5929-C43A-4C4A-A053-13CA867FCEB9}" srcOrd="2" destOrd="0" parTransId="{2931EF48-0AAA-4A1B-941D-4D86D3A238F6}" sibTransId="{86C42AAE-EB0B-489A-AC27-085F8138B2C3}"/>
    <dgm:cxn modelId="{6F5DE855-AF45-451A-B561-8D87026192F5}" type="presOf" srcId="{272E5929-C43A-4C4A-A053-13CA867FCEB9}" destId="{53651AE1-745F-4AF0-A74B-10AE017ECB02}" srcOrd="0" destOrd="0" presId="urn:microsoft.com/office/officeart/2005/8/layout/vList2"/>
    <dgm:cxn modelId="{B62AC99D-E31E-46D2-89AA-46B3371180D2}" type="presOf" srcId="{C39CCCC6-1ACC-4F49-9B9E-3A19BA0ABA9E}" destId="{53E2AAA7-663F-442F-ADB1-3A1368BC5C12}" srcOrd="0" destOrd="0" presId="urn:microsoft.com/office/officeart/2005/8/layout/vList2"/>
    <dgm:cxn modelId="{CEAEB5A3-A33A-4D1F-A1B8-8BDEBF71C0D0}" srcId="{779140FF-3E9F-4B5F-8810-1B5D0F973A8A}" destId="{8A128935-3592-49D0-A7C8-D66580C87BED}" srcOrd="1" destOrd="0" parTransId="{6433173D-D71A-4607-92A1-7F107D657823}" sibTransId="{0B600BBF-25EE-4EE3-A357-C00E15454842}"/>
    <dgm:cxn modelId="{0A7650F8-52F2-420A-9489-CF85FE7A6979}" type="presOf" srcId="{779140FF-3E9F-4B5F-8810-1B5D0F973A8A}" destId="{8A22803A-83A7-4C0E-9AB4-EF103528E994}" srcOrd="0" destOrd="0" presId="urn:microsoft.com/office/officeart/2005/8/layout/vList2"/>
    <dgm:cxn modelId="{A33915F3-1EC6-4A34-997C-606E4AAA1B43}" type="presParOf" srcId="{62ED62D0-F75C-4600-8811-3C0C4A33DC2B}" destId="{53E2AAA7-663F-442F-ADB1-3A1368BC5C12}" srcOrd="0" destOrd="0" presId="urn:microsoft.com/office/officeart/2005/8/layout/vList2"/>
    <dgm:cxn modelId="{53FF3B76-9254-468B-9D40-12DF9ED3E4D0}" type="presParOf" srcId="{62ED62D0-F75C-4600-8811-3C0C4A33DC2B}" destId="{9C4EC4DD-D8CF-4452-A4B6-359E38D2CA8F}" srcOrd="1" destOrd="0" presId="urn:microsoft.com/office/officeart/2005/8/layout/vList2"/>
    <dgm:cxn modelId="{47CE2747-3931-42F8-B974-4B4E1D2B4736}" type="presParOf" srcId="{62ED62D0-F75C-4600-8811-3C0C4A33DC2B}" destId="{A60F5FA9-7D7C-4952-BD9D-496575384C47}" srcOrd="2" destOrd="0" presId="urn:microsoft.com/office/officeart/2005/8/layout/vList2"/>
    <dgm:cxn modelId="{33BFC199-BB09-4C1D-8E68-6AD994F26C05}" type="presParOf" srcId="{62ED62D0-F75C-4600-8811-3C0C4A33DC2B}" destId="{02637F31-D9E2-46FA-9318-1E8CA74FFBF4}" srcOrd="3" destOrd="0" presId="urn:microsoft.com/office/officeart/2005/8/layout/vList2"/>
    <dgm:cxn modelId="{F3B830CE-FFDE-4885-B448-F1026482F45B}" type="presParOf" srcId="{62ED62D0-F75C-4600-8811-3C0C4A33DC2B}" destId="{53651AE1-745F-4AF0-A74B-10AE017ECB02}" srcOrd="4" destOrd="0" presId="urn:microsoft.com/office/officeart/2005/8/layout/vList2"/>
    <dgm:cxn modelId="{B151F9B4-40C3-472E-BD97-2E61869F38FD}" type="presParOf" srcId="{62ED62D0-F75C-4600-8811-3C0C4A33DC2B}" destId="{1E128A4A-6839-43B9-B70A-ED8CB3273F05}" srcOrd="5" destOrd="0" presId="urn:microsoft.com/office/officeart/2005/8/layout/vList2"/>
    <dgm:cxn modelId="{9A1F8ED5-DE48-4587-8B4A-5E759B1A32FC}" type="presParOf" srcId="{62ED62D0-F75C-4600-8811-3C0C4A33DC2B}" destId="{8A22803A-83A7-4C0E-9AB4-EF103528E994}" srcOrd="6" destOrd="0" presId="urn:microsoft.com/office/officeart/2005/8/layout/vList2"/>
    <dgm:cxn modelId="{E75DC963-98DA-453D-B0CF-9E2A165F8352}" type="presParOf" srcId="{62ED62D0-F75C-4600-8811-3C0C4A33DC2B}" destId="{B8CF8B43-6D39-4D89-AF17-75D9136D1F67}" srcOrd="7"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01E592-11D5-4BFB-8AFD-90D8F5F51859}">
      <dsp:nvSpPr>
        <dsp:cNvPr id="0" name=""/>
        <dsp:cNvSpPr/>
      </dsp:nvSpPr>
      <dsp:spPr>
        <a:xfrm>
          <a:off x="0" y="22855"/>
          <a:ext cx="7128933" cy="91260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IN" sz="3900" kern="1200" dirty="0"/>
            <a:t>Agenda</a:t>
          </a:r>
        </a:p>
      </dsp:txBody>
      <dsp:txXfrm>
        <a:off x="44549" y="67404"/>
        <a:ext cx="7039835" cy="823502"/>
      </dsp:txXfrm>
    </dsp:sp>
    <dsp:sp modelId="{000203FE-B8EB-4BF3-A2A1-C7FF8110D335}">
      <dsp:nvSpPr>
        <dsp:cNvPr id="0" name=""/>
        <dsp:cNvSpPr/>
      </dsp:nvSpPr>
      <dsp:spPr>
        <a:xfrm>
          <a:off x="0" y="935455"/>
          <a:ext cx="7128933" cy="3794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6344" tIns="49530" rIns="277368" bIns="49530" numCol="1" spcCol="1270" anchor="t" anchorCtr="0">
          <a:noAutofit/>
        </a:bodyPr>
        <a:lstStyle/>
        <a:p>
          <a:pPr marL="285750" lvl="1" indent="-285750" algn="l" defTabSz="1333500">
            <a:lnSpc>
              <a:spcPct val="90000"/>
            </a:lnSpc>
            <a:spcBef>
              <a:spcPct val="0"/>
            </a:spcBef>
            <a:spcAft>
              <a:spcPct val="20000"/>
            </a:spcAft>
            <a:buChar char="•"/>
          </a:pPr>
          <a:r>
            <a:rPr lang="en-IN" sz="3000" kern="1200" dirty="0"/>
            <a:t>Sequential workflow</a:t>
          </a:r>
        </a:p>
        <a:p>
          <a:pPr marL="285750" lvl="1" indent="-285750" algn="l" defTabSz="1333500">
            <a:lnSpc>
              <a:spcPct val="90000"/>
            </a:lnSpc>
            <a:spcBef>
              <a:spcPct val="0"/>
            </a:spcBef>
            <a:spcAft>
              <a:spcPct val="20000"/>
            </a:spcAft>
            <a:buChar char="•"/>
          </a:pPr>
          <a:r>
            <a:rPr lang="en-IN" sz="3000" kern="1200" dirty="0"/>
            <a:t>Hierarchical workflow</a:t>
          </a:r>
        </a:p>
        <a:p>
          <a:pPr marL="285750" lvl="1" indent="-285750" algn="l" defTabSz="1333500">
            <a:lnSpc>
              <a:spcPct val="90000"/>
            </a:lnSpc>
            <a:spcBef>
              <a:spcPct val="0"/>
            </a:spcBef>
            <a:spcAft>
              <a:spcPct val="20000"/>
            </a:spcAft>
            <a:buChar char="•"/>
          </a:pPr>
          <a:r>
            <a:rPr lang="en-IN" sz="3000" kern="1200" dirty="0"/>
            <a:t>Dynamic decision making pattern</a:t>
          </a:r>
        </a:p>
        <a:p>
          <a:pPr marL="285750" lvl="1" indent="-285750" algn="l" defTabSz="1333500">
            <a:lnSpc>
              <a:spcPct val="90000"/>
            </a:lnSpc>
            <a:spcBef>
              <a:spcPct val="0"/>
            </a:spcBef>
            <a:spcAft>
              <a:spcPct val="20000"/>
            </a:spcAft>
            <a:buChar char="•"/>
          </a:pPr>
          <a:r>
            <a:rPr lang="en-IN" sz="3000" kern="1200" dirty="0"/>
            <a:t>Parallel processing</a:t>
          </a:r>
        </a:p>
        <a:p>
          <a:pPr marL="285750" lvl="1" indent="-285750" algn="l" defTabSz="1333500">
            <a:lnSpc>
              <a:spcPct val="90000"/>
            </a:lnSpc>
            <a:spcBef>
              <a:spcPct val="0"/>
            </a:spcBef>
            <a:spcAft>
              <a:spcPct val="20000"/>
            </a:spcAft>
            <a:buChar char="•"/>
          </a:pPr>
          <a:r>
            <a:rPr lang="en-IN" sz="3000" kern="1200" dirty="0"/>
            <a:t>Dynamic handoff</a:t>
          </a:r>
        </a:p>
        <a:p>
          <a:pPr marL="285750" lvl="1" indent="-285750" algn="l" defTabSz="1333500">
            <a:lnSpc>
              <a:spcPct val="90000"/>
            </a:lnSpc>
            <a:spcBef>
              <a:spcPct val="0"/>
            </a:spcBef>
            <a:spcAft>
              <a:spcPct val="20000"/>
            </a:spcAft>
            <a:buChar char="•"/>
          </a:pPr>
          <a:r>
            <a:rPr lang="en-IN" sz="3000" kern="1200"/>
            <a:t>Self correction</a:t>
          </a:r>
          <a:endParaRPr lang="en-IN" sz="3000" kern="1200" dirty="0"/>
        </a:p>
        <a:p>
          <a:pPr marL="285750" lvl="1" indent="-285750" algn="l" defTabSz="1333500">
            <a:lnSpc>
              <a:spcPct val="90000"/>
            </a:lnSpc>
            <a:spcBef>
              <a:spcPct val="0"/>
            </a:spcBef>
            <a:spcAft>
              <a:spcPct val="20000"/>
            </a:spcAft>
            <a:buChar char="•"/>
          </a:pPr>
          <a:r>
            <a:rPr lang="en-IN" sz="3000" kern="1200"/>
            <a:t>Auction based delegation</a:t>
          </a:r>
          <a:endParaRPr lang="en-IN" sz="3000" kern="1200" dirty="0"/>
        </a:p>
        <a:p>
          <a:pPr marL="285750" lvl="1" indent="-285750" algn="l" defTabSz="1333500">
            <a:lnSpc>
              <a:spcPct val="90000"/>
            </a:lnSpc>
            <a:spcBef>
              <a:spcPct val="0"/>
            </a:spcBef>
            <a:spcAft>
              <a:spcPct val="20000"/>
            </a:spcAft>
            <a:buChar char="•"/>
          </a:pPr>
          <a:endParaRPr lang="en-IN" sz="3000" kern="1200" dirty="0"/>
        </a:p>
      </dsp:txBody>
      <dsp:txXfrm>
        <a:off x="0" y="935455"/>
        <a:ext cx="7128933" cy="379431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37C3B9E-8278-42AD-B9AB-B9D516E9664D}">
      <dsp:nvSpPr>
        <dsp:cNvPr id="0" name=""/>
        <dsp:cNvSpPr/>
      </dsp:nvSpPr>
      <dsp:spPr>
        <a:xfrm>
          <a:off x="0" y="688796"/>
          <a:ext cx="9225411" cy="491399"/>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b="0" i="0" kern="1200" baseline="0"/>
            <a:t>This is the simplest pattern, where one agent's output becomes the next agent's input.</a:t>
          </a:r>
          <a:endParaRPr lang="en-IN" sz="2100" kern="1200"/>
        </a:p>
      </dsp:txBody>
      <dsp:txXfrm>
        <a:off x="23988" y="712784"/>
        <a:ext cx="9177435" cy="443423"/>
      </dsp:txXfrm>
    </dsp:sp>
    <dsp:sp modelId="{4F691663-E04C-4AAA-806E-632C61DD29EC}">
      <dsp:nvSpPr>
        <dsp:cNvPr id="0" name=""/>
        <dsp:cNvSpPr/>
      </dsp:nvSpPr>
      <dsp:spPr>
        <a:xfrm>
          <a:off x="0" y="1240676"/>
          <a:ext cx="9225411" cy="491399"/>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b="0" i="0" kern="1200" baseline="0"/>
            <a:t>It mimics an assembly line.</a:t>
          </a:r>
          <a:endParaRPr lang="en-IN" sz="2100" kern="1200"/>
        </a:p>
      </dsp:txBody>
      <dsp:txXfrm>
        <a:off x="23988" y="1264664"/>
        <a:ext cx="9177435" cy="443423"/>
      </dsp:txXfrm>
    </dsp:sp>
    <dsp:sp modelId="{6F2A414B-ABA3-4F5C-A3C8-19C4C283F43A}">
      <dsp:nvSpPr>
        <dsp:cNvPr id="0" name=""/>
        <dsp:cNvSpPr/>
      </dsp:nvSpPr>
      <dsp:spPr>
        <a:xfrm>
          <a:off x="0" y="1792556"/>
          <a:ext cx="9225411" cy="491399"/>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b="1" i="0" kern="1200" baseline="0"/>
            <a:t>Pattern:</a:t>
          </a:r>
          <a:r>
            <a:rPr lang="en-US" sz="2100" b="0" i="0" kern="1200" baseline="0"/>
            <a:t> </a:t>
          </a:r>
          <a:r>
            <a:rPr lang="en-US" sz="2100" b="1" i="0" kern="1200" baseline="0"/>
            <a:t>Agent A</a:t>
          </a:r>
          <a:r>
            <a:rPr lang="en-US" sz="2100" b="0" i="0" kern="1200" baseline="0"/>
            <a:t> -&gt;</a:t>
          </a:r>
          <a:r>
            <a:rPr lang="en-US" sz="2100" b="1" i="0" kern="1200" baseline="0"/>
            <a:t>Agent B</a:t>
          </a:r>
          <a:r>
            <a:rPr lang="en-US" sz="2100" b="0" i="0" kern="1200" baseline="0"/>
            <a:t> -&gt; </a:t>
          </a:r>
          <a:r>
            <a:rPr lang="en-US" sz="2100" b="1" i="0" kern="1200" baseline="0"/>
            <a:t>Agent C</a:t>
          </a:r>
          <a:r>
            <a:rPr lang="en-US" sz="2100" b="0" i="0" kern="1200" baseline="0"/>
            <a:t> -&gt; </a:t>
          </a:r>
          <a:r>
            <a:rPr lang="en-US" sz="2100" b="1" i="0" kern="1200" baseline="0"/>
            <a:t>Final Output</a:t>
          </a:r>
          <a:endParaRPr lang="en-IN" sz="2100" kern="1200"/>
        </a:p>
      </dsp:txBody>
      <dsp:txXfrm>
        <a:off x="23988" y="1816544"/>
        <a:ext cx="9177435" cy="443423"/>
      </dsp:txXfrm>
    </dsp:sp>
    <dsp:sp modelId="{B2A8E782-4586-4471-8BFC-B0713E29E9F9}">
      <dsp:nvSpPr>
        <dsp:cNvPr id="0" name=""/>
        <dsp:cNvSpPr/>
      </dsp:nvSpPr>
      <dsp:spPr>
        <a:xfrm>
          <a:off x="0" y="2344436"/>
          <a:ext cx="9225411" cy="491399"/>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b="1" i="0" kern="1200" baseline="0"/>
            <a:t>Agent Roles:</a:t>
          </a:r>
          <a:endParaRPr lang="en-IN" sz="2100" kern="1200"/>
        </a:p>
      </dsp:txBody>
      <dsp:txXfrm>
        <a:off x="23988" y="2368424"/>
        <a:ext cx="9177435" cy="443423"/>
      </dsp:txXfrm>
    </dsp:sp>
    <dsp:sp modelId="{B4F6065A-7E28-4085-9863-63D78A6DEF4F}">
      <dsp:nvSpPr>
        <dsp:cNvPr id="0" name=""/>
        <dsp:cNvSpPr/>
      </dsp:nvSpPr>
      <dsp:spPr>
        <a:xfrm>
          <a:off x="0" y="2835836"/>
          <a:ext cx="9225411" cy="10215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92907" tIns="26670" rIns="149352" bIns="26670" numCol="1" spcCol="1270" anchor="t" anchorCtr="0">
          <a:noAutofit/>
        </a:bodyPr>
        <a:lstStyle/>
        <a:p>
          <a:pPr marL="171450" lvl="1" indent="-171450" algn="l" defTabSz="711200">
            <a:lnSpc>
              <a:spcPct val="90000"/>
            </a:lnSpc>
            <a:spcBef>
              <a:spcPct val="0"/>
            </a:spcBef>
            <a:spcAft>
              <a:spcPct val="20000"/>
            </a:spcAft>
            <a:buChar char="•"/>
          </a:pPr>
          <a:r>
            <a:rPr lang="en-US" sz="1600" b="1" i="0" kern="1200" baseline="0"/>
            <a:t>Agent A (Researcher):</a:t>
          </a:r>
          <a:r>
            <a:rPr lang="en-US" sz="1600" b="0" i="0" kern="1200" baseline="0"/>
            <a:t> Uses a tool (like a web search or local RAG) to find and </a:t>
          </a:r>
          <a:endParaRPr lang="en-IN" sz="1600" kern="1200"/>
        </a:p>
        <a:p>
          <a:pPr marL="171450" lvl="1" indent="-171450" algn="l" defTabSz="711200">
            <a:lnSpc>
              <a:spcPct val="90000"/>
            </a:lnSpc>
            <a:spcBef>
              <a:spcPct val="0"/>
            </a:spcBef>
            <a:spcAft>
              <a:spcPct val="20000"/>
            </a:spcAft>
            <a:buChar char="•"/>
          </a:pPr>
          <a:r>
            <a:rPr lang="en-US" sz="1600" b="0" i="0" kern="1200" baseline="0"/>
            <a:t>collect raw data.</a:t>
          </a:r>
          <a:endParaRPr lang="en-IN" sz="1600" kern="1200"/>
        </a:p>
        <a:p>
          <a:pPr marL="171450" lvl="1" indent="-171450" algn="l" defTabSz="711200">
            <a:lnSpc>
              <a:spcPct val="90000"/>
            </a:lnSpc>
            <a:spcBef>
              <a:spcPct val="0"/>
            </a:spcBef>
            <a:spcAft>
              <a:spcPct val="20000"/>
            </a:spcAft>
            <a:buChar char="•"/>
          </a:pPr>
          <a:r>
            <a:rPr lang="en-US" sz="1600" b="1" i="0" kern="1200" baseline="0"/>
            <a:t>Agent B (Writer):</a:t>
          </a:r>
          <a:r>
            <a:rPr lang="en-US" sz="1600" b="0" i="0" kern="1200" baseline="0"/>
            <a:t> Takes the raw data from Agent A and drafts a cohesive report or article.</a:t>
          </a:r>
          <a:endParaRPr lang="en-IN" sz="1600" kern="1200"/>
        </a:p>
        <a:p>
          <a:pPr marL="171450" lvl="1" indent="-171450" algn="l" defTabSz="711200">
            <a:lnSpc>
              <a:spcPct val="90000"/>
            </a:lnSpc>
            <a:spcBef>
              <a:spcPct val="0"/>
            </a:spcBef>
            <a:spcAft>
              <a:spcPct val="20000"/>
            </a:spcAft>
            <a:buChar char="•"/>
          </a:pPr>
          <a:r>
            <a:rPr lang="en-US" sz="1600" b="1" i="0" kern="1200" baseline="0"/>
            <a:t>Agent C (Editor):</a:t>
          </a:r>
          <a:r>
            <a:rPr lang="en-US" sz="1600" b="0" i="0" kern="1200" baseline="0"/>
            <a:t> Takes the draft from Agent B and refines it for clarity, grammar, and tone.</a:t>
          </a:r>
          <a:endParaRPr lang="en-IN" sz="1600" kern="1200"/>
        </a:p>
      </dsp:txBody>
      <dsp:txXfrm>
        <a:off x="0" y="2835836"/>
        <a:ext cx="9225411" cy="102154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A18FDF6-40B0-4858-8F9B-8920DCA72C67}">
      <dsp:nvSpPr>
        <dsp:cNvPr id="0" name=""/>
        <dsp:cNvSpPr/>
      </dsp:nvSpPr>
      <dsp:spPr>
        <a:xfrm>
          <a:off x="0" y="658784"/>
          <a:ext cx="8853642" cy="42120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0" i="0" kern="1200" baseline="0"/>
            <a:t>A single </a:t>
          </a:r>
          <a:r>
            <a:rPr lang="en-US" sz="1800" b="1" i="0" kern="1200" baseline="0"/>
            <a:t>Supervisor Agent</a:t>
          </a:r>
          <a:r>
            <a:rPr lang="en-US" sz="1800" b="0" i="0" kern="1200" baseline="0"/>
            <a:t> is responsible for receiving the user request, breaking it down into</a:t>
          </a:r>
          <a:endParaRPr lang="en-IN" sz="1800" kern="1200"/>
        </a:p>
      </dsp:txBody>
      <dsp:txXfrm>
        <a:off x="20561" y="679345"/>
        <a:ext cx="8812520" cy="380078"/>
      </dsp:txXfrm>
    </dsp:sp>
    <dsp:sp modelId="{A43C9261-1808-43E4-8796-3EAE8979331D}">
      <dsp:nvSpPr>
        <dsp:cNvPr id="0" name=""/>
        <dsp:cNvSpPr/>
      </dsp:nvSpPr>
      <dsp:spPr>
        <a:xfrm>
          <a:off x="0" y="1131825"/>
          <a:ext cx="8853642" cy="42120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0" i="0" kern="1200" baseline="0"/>
            <a:t>sub-tasks and delegating those tasks to specialized </a:t>
          </a:r>
          <a:r>
            <a:rPr lang="en-US" sz="1800" b="1" i="0" kern="1200" baseline="0"/>
            <a:t>Sub-Agents</a:t>
          </a:r>
          <a:r>
            <a:rPr lang="en-US" sz="1800" b="0" i="0" kern="1200" baseline="0"/>
            <a:t>.</a:t>
          </a:r>
          <a:endParaRPr lang="en-IN" sz="1800" kern="1200"/>
        </a:p>
      </dsp:txBody>
      <dsp:txXfrm>
        <a:off x="20561" y="1152386"/>
        <a:ext cx="8812520" cy="380078"/>
      </dsp:txXfrm>
    </dsp:sp>
    <dsp:sp modelId="{0A81829C-7EDE-488F-8D07-F3B14E040968}">
      <dsp:nvSpPr>
        <dsp:cNvPr id="0" name=""/>
        <dsp:cNvSpPr/>
      </dsp:nvSpPr>
      <dsp:spPr>
        <a:xfrm>
          <a:off x="0" y="1604865"/>
          <a:ext cx="8853642" cy="42120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i="0" kern="1200" baseline="0"/>
            <a:t>Pattern:</a:t>
          </a:r>
          <a:r>
            <a:rPr lang="en-US" sz="1800" b="0" i="0" kern="1200" baseline="0"/>
            <a:t> </a:t>
          </a:r>
          <a:r>
            <a:rPr lang="en-US" sz="1800" b="1" i="0" kern="1200" baseline="0"/>
            <a:t>User</a:t>
          </a:r>
          <a:r>
            <a:rPr lang="en-US" sz="1800" b="0" i="0" kern="1200" baseline="0"/>
            <a:t> </a:t>
          </a:r>
          <a:r>
            <a:rPr lang="en-US" sz="1800" kern="1200"/>
            <a:t>-&gt;</a:t>
          </a:r>
          <a:r>
            <a:rPr lang="en-US" sz="1800" b="0" i="0" kern="1200" baseline="0"/>
            <a:t> </a:t>
          </a:r>
          <a:r>
            <a:rPr lang="en-US" sz="1800" b="1" i="0" kern="1200" baseline="0"/>
            <a:t>Supervisor Agent</a:t>
          </a:r>
          <a:r>
            <a:rPr lang="en-US" sz="1800" b="0" i="0" kern="1200" baseline="0"/>
            <a:t> </a:t>
          </a:r>
          <a:r>
            <a:rPr lang="en-US" sz="1800" kern="1200"/>
            <a:t>-&gt;</a:t>
          </a:r>
          <a:r>
            <a:rPr lang="en-US" sz="1800" b="0" i="0" kern="1200" baseline="0"/>
            <a:t> </a:t>
          </a:r>
          <a:r>
            <a:rPr lang="en-US" sz="1800" b="1" i="0" kern="1200" baseline="0"/>
            <a:t>Sub-Agent 1</a:t>
          </a:r>
          <a:r>
            <a:rPr lang="en-US" sz="1800" b="0" i="0" kern="1200" baseline="0"/>
            <a:t> (Task A), </a:t>
          </a:r>
          <a:r>
            <a:rPr lang="en-US" sz="1800" b="1" i="0" kern="1200" baseline="0"/>
            <a:t>Sub-Agent 2</a:t>
          </a:r>
          <a:r>
            <a:rPr lang="en-US" sz="1800" b="0" i="0" kern="1200" baseline="0"/>
            <a:t> (Task B) </a:t>
          </a:r>
          <a:endParaRPr lang="en-IN" sz="1800" kern="1200"/>
        </a:p>
      </dsp:txBody>
      <dsp:txXfrm>
        <a:off x="20561" y="1625426"/>
        <a:ext cx="8812520" cy="380078"/>
      </dsp:txXfrm>
    </dsp:sp>
    <dsp:sp modelId="{6097F6B7-22C2-417A-8521-25C82D1C9A2D}">
      <dsp:nvSpPr>
        <dsp:cNvPr id="0" name=""/>
        <dsp:cNvSpPr/>
      </dsp:nvSpPr>
      <dsp:spPr>
        <a:xfrm>
          <a:off x="0" y="2077905"/>
          <a:ext cx="8853642" cy="42120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i="0" kern="1200" baseline="0"/>
            <a:t>Supervisor Agent</a:t>
          </a:r>
          <a:r>
            <a:rPr lang="en-US" sz="1800" b="0" i="0" kern="1200" baseline="0"/>
            <a:t> (Aggregation) -&gt; </a:t>
          </a:r>
          <a:r>
            <a:rPr lang="en-US" sz="1800" b="1" i="0" kern="1200" baseline="0"/>
            <a:t>Final Output</a:t>
          </a:r>
          <a:endParaRPr lang="en-IN" sz="1800" kern="1200"/>
        </a:p>
      </dsp:txBody>
      <dsp:txXfrm>
        <a:off x="20561" y="2098466"/>
        <a:ext cx="8812520" cy="380078"/>
      </dsp:txXfrm>
    </dsp:sp>
    <dsp:sp modelId="{864D1C9A-1C74-4969-988A-78AE12256F51}">
      <dsp:nvSpPr>
        <dsp:cNvPr id="0" name=""/>
        <dsp:cNvSpPr/>
      </dsp:nvSpPr>
      <dsp:spPr>
        <a:xfrm>
          <a:off x="0" y="2550945"/>
          <a:ext cx="8853642" cy="42120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i="0" kern="1200" baseline="0"/>
            <a:t>Agent Roles:</a:t>
          </a:r>
          <a:endParaRPr lang="en-IN" sz="1800" kern="1200"/>
        </a:p>
      </dsp:txBody>
      <dsp:txXfrm>
        <a:off x="20561" y="2571506"/>
        <a:ext cx="8812520" cy="380078"/>
      </dsp:txXfrm>
    </dsp:sp>
    <dsp:sp modelId="{CE0C0D46-4678-4156-AED1-2B70ED460B48}">
      <dsp:nvSpPr>
        <dsp:cNvPr id="0" name=""/>
        <dsp:cNvSpPr/>
      </dsp:nvSpPr>
      <dsp:spPr>
        <a:xfrm>
          <a:off x="0" y="2972145"/>
          <a:ext cx="8853642" cy="8942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81103"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US" sz="1400" b="1" i="0" kern="1200" baseline="0"/>
            <a:t>Supervisor Agent:</a:t>
          </a:r>
          <a:r>
            <a:rPr lang="en-US" sz="1400" b="0" i="0" kern="1200" baseline="0"/>
            <a:t> Uses a powerful LLM (e.g., a larger model running on Ollama) to </a:t>
          </a:r>
          <a:endParaRPr lang="en-IN" sz="1400" kern="1200"/>
        </a:p>
        <a:p>
          <a:pPr marL="114300" lvl="1" indent="-114300" algn="l" defTabSz="622300">
            <a:lnSpc>
              <a:spcPct val="90000"/>
            </a:lnSpc>
            <a:spcBef>
              <a:spcPct val="0"/>
            </a:spcBef>
            <a:spcAft>
              <a:spcPct val="20000"/>
            </a:spcAft>
            <a:buChar char="•"/>
          </a:pPr>
          <a:r>
            <a:rPr lang="en-US" sz="1400" b="0" i="0" kern="1200" baseline="0"/>
            <a:t>manage state, plan the workflow, and aggregate final results.</a:t>
          </a:r>
          <a:endParaRPr lang="en-IN" sz="1400" kern="1200"/>
        </a:p>
        <a:p>
          <a:pPr marL="114300" lvl="1" indent="-114300" algn="l" defTabSz="622300">
            <a:lnSpc>
              <a:spcPct val="90000"/>
            </a:lnSpc>
            <a:spcBef>
              <a:spcPct val="0"/>
            </a:spcBef>
            <a:spcAft>
              <a:spcPct val="20000"/>
            </a:spcAft>
            <a:buChar char="•"/>
          </a:pPr>
          <a:r>
            <a:rPr lang="en-US" sz="1400" b="1" i="0" kern="1200" baseline="0"/>
            <a:t>Sub-Agent 1 (Code Analyst):</a:t>
          </a:r>
          <a:r>
            <a:rPr lang="en-US" sz="1400" b="0" i="0" kern="1200" baseline="0"/>
            <a:t> Reads a code snippet and checks for bugs.</a:t>
          </a:r>
          <a:endParaRPr lang="en-IN" sz="1400" kern="1200"/>
        </a:p>
        <a:p>
          <a:pPr marL="114300" lvl="1" indent="-114300" algn="l" defTabSz="622300">
            <a:lnSpc>
              <a:spcPct val="90000"/>
            </a:lnSpc>
            <a:spcBef>
              <a:spcPct val="0"/>
            </a:spcBef>
            <a:spcAft>
              <a:spcPct val="20000"/>
            </a:spcAft>
            <a:buChar char="•"/>
          </a:pPr>
          <a:r>
            <a:rPr lang="en-US" sz="1400" b="1" i="0" kern="1200" baseline="0"/>
            <a:t>Sub-Agent 2 (Documentation Writer):</a:t>
          </a:r>
          <a:r>
            <a:rPr lang="en-US" sz="1400" b="0" i="0" kern="1200" baseline="0"/>
            <a:t> Writes a docstring for the code.</a:t>
          </a:r>
          <a:endParaRPr lang="en-IN" sz="1400" kern="1200"/>
        </a:p>
      </dsp:txBody>
      <dsp:txXfrm>
        <a:off x="0" y="2972145"/>
        <a:ext cx="8853642" cy="89424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A803CC-A4D8-417A-A0B3-9AD17415FB37}">
      <dsp:nvSpPr>
        <dsp:cNvPr id="0" name=""/>
        <dsp:cNvSpPr/>
      </dsp:nvSpPr>
      <dsp:spPr>
        <a:xfrm>
          <a:off x="0" y="499776"/>
          <a:ext cx="8727069" cy="42120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0" i="0" kern="1200" baseline="0"/>
            <a:t>Tasks that do not depend on each other's output are executed simultaneously by different </a:t>
          </a:r>
          <a:endParaRPr lang="en-IN" sz="1800" kern="1200"/>
        </a:p>
      </dsp:txBody>
      <dsp:txXfrm>
        <a:off x="20561" y="520337"/>
        <a:ext cx="8685947" cy="380078"/>
      </dsp:txXfrm>
    </dsp:sp>
    <dsp:sp modelId="{C0B83229-9D4A-462E-9B31-B0B9387B4363}">
      <dsp:nvSpPr>
        <dsp:cNvPr id="0" name=""/>
        <dsp:cNvSpPr/>
      </dsp:nvSpPr>
      <dsp:spPr>
        <a:xfrm>
          <a:off x="0" y="972816"/>
          <a:ext cx="8727069" cy="42120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0" i="0" kern="1200" baseline="0"/>
            <a:t>Agents</a:t>
          </a:r>
          <a:r>
            <a:rPr lang="en-US" sz="1800" kern="1200"/>
            <a:t> </a:t>
          </a:r>
          <a:r>
            <a:rPr lang="en-US" sz="1800" b="0" i="0" kern="1200" baseline="0"/>
            <a:t>to save time, and their results are later merged by a final agent.</a:t>
          </a:r>
          <a:endParaRPr lang="en-IN" sz="1800" kern="1200"/>
        </a:p>
      </dsp:txBody>
      <dsp:txXfrm>
        <a:off x="20561" y="993377"/>
        <a:ext cx="8685947" cy="380078"/>
      </dsp:txXfrm>
    </dsp:sp>
    <dsp:sp modelId="{F8148F92-89FD-4C53-BCD0-FBC178A847A9}">
      <dsp:nvSpPr>
        <dsp:cNvPr id="0" name=""/>
        <dsp:cNvSpPr/>
      </dsp:nvSpPr>
      <dsp:spPr>
        <a:xfrm>
          <a:off x="0" y="1445856"/>
          <a:ext cx="8727069" cy="42120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i="0" kern="1200" baseline="0"/>
            <a:t>Pattern:</a:t>
          </a:r>
          <a:r>
            <a:rPr lang="en-US" sz="1800" b="0" i="0" kern="1200" baseline="0"/>
            <a:t> </a:t>
          </a:r>
          <a:r>
            <a:rPr lang="en-US" sz="1800" b="1" i="0" kern="1200" baseline="0"/>
            <a:t>User</a:t>
          </a:r>
          <a:r>
            <a:rPr lang="en-US" sz="1800" kern="1200"/>
            <a:t>-&gt;</a:t>
          </a:r>
          <a:r>
            <a:rPr lang="en-US" sz="1800" b="0" i="0" kern="1200" baseline="0"/>
            <a:t> </a:t>
          </a:r>
          <a:r>
            <a:rPr lang="en-US" sz="1800" b="1" i="0" kern="1200" baseline="0"/>
            <a:t>Coordinator</a:t>
          </a:r>
          <a:r>
            <a:rPr lang="en-US" sz="1800" b="0" i="0" kern="1200" baseline="0"/>
            <a:t> -&gt;</a:t>
          </a:r>
          <a:r>
            <a:rPr lang="en-US" sz="1800" b="1" i="0" kern="1200" baseline="0"/>
            <a:t>Agent A</a:t>
          </a:r>
          <a:r>
            <a:rPr lang="en-US" sz="1800" b="0" i="0" kern="1200" baseline="0"/>
            <a:t> (Run Task 1) + </a:t>
          </a:r>
          <a:r>
            <a:rPr lang="en-US" sz="1800" b="1" i="0" kern="1200" baseline="0"/>
            <a:t>Agent B</a:t>
          </a:r>
          <a:r>
            <a:rPr lang="en-US" sz="1800" b="0" i="0" kern="1200" baseline="0"/>
            <a:t> (Run Task 2)-&gt;</a:t>
          </a:r>
          <a:r>
            <a:rPr lang="en-US" sz="1800" b="1" i="0" kern="1200" baseline="0"/>
            <a:t>Aggregator</a:t>
          </a:r>
          <a:endParaRPr lang="en-IN" sz="1800" kern="1200"/>
        </a:p>
      </dsp:txBody>
      <dsp:txXfrm>
        <a:off x="20561" y="1466417"/>
        <a:ext cx="8685947" cy="380078"/>
      </dsp:txXfrm>
    </dsp:sp>
    <dsp:sp modelId="{7B83F1C6-5116-4BD3-BC31-4DD0A02F19E2}">
      <dsp:nvSpPr>
        <dsp:cNvPr id="0" name=""/>
        <dsp:cNvSpPr/>
      </dsp:nvSpPr>
      <dsp:spPr>
        <a:xfrm>
          <a:off x="0" y="1918896"/>
          <a:ext cx="8727069" cy="42120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0" i="0" kern="1200" baseline="0"/>
            <a:t>-&gt; </a:t>
          </a:r>
          <a:r>
            <a:rPr lang="en-US" sz="1800" b="1" i="0" kern="1200" baseline="0"/>
            <a:t>Final Output</a:t>
          </a:r>
          <a:endParaRPr lang="en-IN" sz="1800" kern="1200"/>
        </a:p>
      </dsp:txBody>
      <dsp:txXfrm>
        <a:off x="20561" y="1939457"/>
        <a:ext cx="8685947" cy="380078"/>
      </dsp:txXfrm>
    </dsp:sp>
    <dsp:sp modelId="{6884D150-87D9-402D-ABD6-A5ECA36C228E}">
      <dsp:nvSpPr>
        <dsp:cNvPr id="0" name=""/>
        <dsp:cNvSpPr/>
      </dsp:nvSpPr>
      <dsp:spPr>
        <a:xfrm>
          <a:off x="0" y="2391936"/>
          <a:ext cx="8727069" cy="42120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i="0" kern="1200" baseline="0"/>
            <a:t>Agent Roles:</a:t>
          </a:r>
          <a:endParaRPr lang="en-IN" sz="1800" kern="1200"/>
        </a:p>
      </dsp:txBody>
      <dsp:txXfrm>
        <a:off x="20561" y="2412497"/>
        <a:ext cx="8685947" cy="380078"/>
      </dsp:txXfrm>
    </dsp:sp>
    <dsp:sp modelId="{4CE42A85-FD3A-4025-9AD1-669CE11EC225}">
      <dsp:nvSpPr>
        <dsp:cNvPr id="0" name=""/>
        <dsp:cNvSpPr/>
      </dsp:nvSpPr>
      <dsp:spPr>
        <a:xfrm>
          <a:off x="0" y="2813136"/>
          <a:ext cx="8727069" cy="1117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7084"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US" sz="1400" b="1" i="0" kern="1200" baseline="0"/>
            <a:t>Coordinator Agent:</a:t>
          </a:r>
          <a:r>
            <a:rPr lang="en-US" sz="1400" b="0" i="0" kern="1200" baseline="0"/>
            <a:t> Identifies parallel sub-tasks from the user's request.</a:t>
          </a:r>
          <a:endParaRPr lang="en-IN" sz="1400" kern="1200"/>
        </a:p>
        <a:p>
          <a:pPr marL="114300" lvl="1" indent="-114300" algn="l" defTabSz="622300">
            <a:lnSpc>
              <a:spcPct val="90000"/>
            </a:lnSpc>
            <a:spcBef>
              <a:spcPct val="0"/>
            </a:spcBef>
            <a:spcAft>
              <a:spcPct val="20000"/>
            </a:spcAft>
            <a:buChar char="•"/>
          </a:pPr>
          <a:r>
            <a:rPr lang="en-US" sz="1400" b="1" i="0" kern="1200" baseline="0"/>
            <a:t>Agent A (Market Researcher):</a:t>
          </a:r>
          <a:r>
            <a:rPr lang="en-US" sz="1400" b="0" i="0" kern="1200" baseline="0"/>
            <a:t> Searches for </a:t>
          </a:r>
          <a:r>
            <a:rPr lang="en-US" sz="1400" b="1" i="0" kern="1200" baseline="0"/>
            <a:t>historical stock performance</a:t>
          </a:r>
          <a:r>
            <a:rPr lang="en-US" sz="1400" b="0" i="0" kern="1200" baseline="0"/>
            <a:t>.</a:t>
          </a:r>
          <a:endParaRPr lang="en-IN" sz="1400" kern="1200"/>
        </a:p>
        <a:p>
          <a:pPr marL="114300" lvl="1" indent="-114300" algn="l" defTabSz="622300">
            <a:lnSpc>
              <a:spcPct val="90000"/>
            </a:lnSpc>
            <a:spcBef>
              <a:spcPct val="0"/>
            </a:spcBef>
            <a:spcAft>
              <a:spcPct val="20000"/>
            </a:spcAft>
            <a:buChar char="•"/>
          </a:pPr>
          <a:r>
            <a:rPr lang="en-US" sz="1400" b="1" i="0" kern="1200" baseline="0"/>
            <a:t>Agent B (News Analyst):</a:t>
          </a:r>
          <a:r>
            <a:rPr lang="en-US" sz="1400" b="0" i="0" kern="1200" baseline="0"/>
            <a:t> Searches for </a:t>
          </a:r>
          <a:r>
            <a:rPr lang="en-US" sz="1400" b="1" i="0" kern="1200" baseline="0"/>
            <a:t>recent company news and analyst ratings</a:t>
          </a:r>
          <a:r>
            <a:rPr lang="en-US" sz="1400" b="0" i="0" kern="1200" baseline="0"/>
            <a:t>.</a:t>
          </a:r>
          <a:endParaRPr lang="en-IN" sz="1400" kern="1200"/>
        </a:p>
        <a:p>
          <a:pPr marL="114300" lvl="1" indent="-114300" algn="l" defTabSz="622300">
            <a:lnSpc>
              <a:spcPct val="90000"/>
            </a:lnSpc>
            <a:spcBef>
              <a:spcPct val="0"/>
            </a:spcBef>
            <a:spcAft>
              <a:spcPct val="20000"/>
            </a:spcAft>
            <a:buChar char="•"/>
          </a:pPr>
          <a:r>
            <a:rPr lang="en-US" sz="1400" b="1" i="0" kern="1200" baseline="0"/>
            <a:t>Aggregator Agent:</a:t>
          </a:r>
          <a:r>
            <a:rPr lang="en-US" sz="1400" b="0" i="0" kern="1200" baseline="0"/>
            <a:t> Takes the two distinct outputs and synthesizes them into a</a:t>
          </a:r>
          <a:endParaRPr lang="en-IN" sz="1400" kern="1200"/>
        </a:p>
        <a:p>
          <a:pPr marL="114300" lvl="1" indent="-114300" algn="l" defTabSz="622300">
            <a:lnSpc>
              <a:spcPct val="90000"/>
            </a:lnSpc>
            <a:spcBef>
              <a:spcPct val="0"/>
            </a:spcBef>
            <a:spcAft>
              <a:spcPct val="20000"/>
            </a:spcAft>
            <a:buChar char="•"/>
          </a:pPr>
          <a:r>
            <a:rPr lang="en-US" sz="1400" b="0" i="0" kern="1200" baseline="0"/>
            <a:t>single investment summary.</a:t>
          </a:r>
          <a:endParaRPr lang="en-IN" sz="1400" kern="1200"/>
        </a:p>
      </dsp:txBody>
      <dsp:txXfrm>
        <a:off x="0" y="2813136"/>
        <a:ext cx="8727069" cy="111780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C74165-FA19-4A79-801A-9CF58E9B4AC8}">
      <dsp:nvSpPr>
        <dsp:cNvPr id="0" name=""/>
        <dsp:cNvSpPr/>
      </dsp:nvSpPr>
      <dsp:spPr>
        <a:xfrm>
          <a:off x="0" y="65953"/>
          <a:ext cx="8727069" cy="108108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An initial agent handles the request, but if a condition is met (it can't answer, or the topic is out of its scope), it dynamically transfers the conversation state to a specialist agent. This mimics a customer service transfer.</a:t>
          </a:r>
        </a:p>
      </dsp:txBody>
      <dsp:txXfrm>
        <a:off x="52774" y="118727"/>
        <a:ext cx="8621521" cy="975532"/>
      </dsp:txXfrm>
    </dsp:sp>
    <dsp:sp modelId="{9D91CBBC-ED1F-443D-B826-51F2F7C0F67C}">
      <dsp:nvSpPr>
        <dsp:cNvPr id="0" name=""/>
        <dsp:cNvSpPr/>
      </dsp:nvSpPr>
      <dsp:spPr>
        <a:xfrm>
          <a:off x="0" y="1207513"/>
          <a:ext cx="8727069" cy="108108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Font typeface="Arial" panose="020B0604020202020204" pitchFamily="34" charset="0"/>
            <a:buNone/>
          </a:pPr>
          <a:r>
            <a:rPr lang="en-US" sz="2100" b="1" kern="1200" dirty="0"/>
            <a:t>Pattern:</a:t>
          </a:r>
          <a:r>
            <a:rPr lang="en-US" sz="2100" kern="1200" dirty="0"/>
            <a:t> </a:t>
          </a:r>
          <a:r>
            <a:rPr lang="en-US" sz="2100" b="1" kern="1200" dirty="0"/>
            <a:t>User</a:t>
          </a:r>
          <a:r>
            <a:rPr lang="en-US" sz="2100" kern="1200" dirty="0"/>
            <a:t> -&gt; </a:t>
          </a:r>
          <a:r>
            <a:rPr lang="en-US" sz="2100" b="1" kern="1200" dirty="0"/>
            <a:t>Initial Agent</a:t>
          </a:r>
          <a:r>
            <a:rPr lang="en-US" sz="2100" kern="1200" dirty="0"/>
            <a:t> -&gt;(If scope check fails) </a:t>
          </a:r>
          <a:r>
            <a:rPr lang="en-US" sz="2100" b="1" kern="1200" dirty="0"/>
            <a:t>Specialist Agent</a:t>
          </a:r>
          <a:r>
            <a:rPr lang="en-US" sz="2100" kern="1200" dirty="0"/>
            <a:t> -&gt; </a:t>
          </a:r>
          <a:r>
            <a:rPr lang="en-US" sz="2100" b="1" kern="1200" dirty="0"/>
            <a:t>Final Output</a:t>
          </a:r>
          <a:endParaRPr lang="en-US" sz="2100" kern="1200" dirty="0"/>
        </a:p>
      </dsp:txBody>
      <dsp:txXfrm>
        <a:off x="52774" y="1260287"/>
        <a:ext cx="8621521" cy="975532"/>
      </dsp:txXfrm>
    </dsp:sp>
    <dsp:sp modelId="{67F478FA-327B-4710-AC5C-61C3CD50E7FA}">
      <dsp:nvSpPr>
        <dsp:cNvPr id="0" name=""/>
        <dsp:cNvSpPr/>
      </dsp:nvSpPr>
      <dsp:spPr>
        <a:xfrm>
          <a:off x="0" y="2349073"/>
          <a:ext cx="8727069" cy="108108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Font typeface="Arial" panose="020B0604020202020204" pitchFamily="34" charset="0"/>
            <a:buNone/>
          </a:pPr>
          <a:r>
            <a:rPr lang="en-IN" sz="2100" b="1" kern="1200"/>
            <a:t>Agent Roles:</a:t>
          </a:r>
          <a:endParaRPr lang="en-IN" sz="2100" kern="1200"/>
        </a:p>
      </dsp:txBody>
      <dsp:txXfrm>
        <a:off x="52774" y="2401847"/>
        <a:ext cx="8621521" cy="975532"/>
      </dsp:txXfrm>
    </dsp:sp>
    <dsp:sp modelId="{4585AE0A-7D6B-4433-9651-D6495E48294F}">
      <dsp:nvSpPr>
        <dsp:cNvPr id="0" name=""/>
        <dsp:cNvSpPr/>
      </dsp:nvSpPr>
      <dsp:spPr>
        <a:xfrm>
          <a:off x="0" y="3430153"/>
          <a:ext cx="8727069" cy="9346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7084" tIns="26670" rIns="149352" bIns="26670" numCol="1" spcCol="1270" anchor="t" anchorCtr="0">
          <a:noAutofit/>
        </a:bodyPr>
        <a:lstStyle/>
        <a:p>
          <a:pPr marL="171450" lvl="1" indent="-171450" algn="l" defTabSz="711200">
            <a:lnSpc>
              <a:spcPct val="90000"/>
            </a:lnSpc>
            <a:spcBef>
              <a:spcPct val="0"/>
            </a:spcBef>
            <a:spcAft>
              <a:spcPct val="20000"/>
            </a:spcAft>
            <a:buFont typeface="Arial" panose="020B0604020202020204" pitchFamily="34" charset="0"/>
            <a:buChar char="•"/>
          </a:pPr>
          <a:r>
            <a:rPr lang="en-US" sz="1600" b="1" kern="1200"/>
            <a:t>Initial Agent (Triage Agent):</a:t>
          </a:r>
          <a:r>
            <a:rPr lang="en-US" sz="1600" kern="1200"/>
            <a:t> Instructed to use its LLM (Ollama) to classify the user's request. </a:t>
          </a:r>
          <a:r>
            <a:rPr lang="en-US" sz="1600" i="1" kern="1200"/>
            <a:t>Example prompt directive: "If the request involves file system operations, pass the request to the System_Agent using the handoff tool."</a:t>
          </a:r>
          <a:endParaRPr lang="en-US" sz="1600" kern="1200"/>
        </a:p>
        <a:p>
          <a:pPr marL="171450" lvl="1" indent="-171450" algn="l" defTabSz="711200">
            <a:lnSpc>
              <a:spcPct val="90000"/>
            </a:lnSpc>
            <a:spcBef>
              <a:spcPct val="0"/>
            </a:spcBef>
            <a:spcAft>
              <a:spcPct val="20000"/>
            </a:spcAft>
            <a:buFont typeface="Arial" panose="020B0604020202020204" pitchFamily="34" charset="0"/>
            <a:buChar char="•"/>
          </a:pPr>
          <a:r>
            <a:rPr lang="en-US" sz="1600" b="1" kern="1200"/>
            <a:t>Specialist Agent (System Agent):</a:t>
          </a:r>
          <a:r>
            <a:rPr lang="en-US" sz="1600" kern="1200"/>
            <a:t> Can execute specific tools like list_files() or create_directory().</a:t>
          </a:r>
        </a:p>
      </dsp:txBody>
      <dsp:txXfrm>
        <a:off x="0" y="3430153"/>
        <a:ext cx="8727069" cy="93460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518DB59-637C-4E2D-9847-C531710A378C}">
      <dsp:nvSpPr>
        <dsp:cNvPr id="0" name=""/>
        <dsp:cNvSpPr/>
      </dsp:nvSpPr>
      <dsp:spPr>
        <a:xfrm>
          <a:off x="0" y="46176"/>
          <a:ext cx="8727069" cy="1200419"/>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One agent generates an artifact (e.g., code, report), and another agent (the </a:t>
          </a:r>
          <a:r>
            <a:rPr lang="en-US" sz="1800" b="1" kern="1200" dirty="0"/>
            <a:t>Critic</a:t>
          </a:r>
          <a:r>
            <a:rPr lang="en-US" sz="1800" kern="1200" dirty="0"/>
            <a:t> or </a:t>
          </a:r>
          <a:r>
            <a:rPr lang="en-US" sz="1800" b="1" kern="1200" dirty="0"/>
            <a:t>Reviewer</a:t>
          </a:r>
          <a:r>
            <a:rPr lang="en-US" sz="1800" kern="1200" dirty="0"/>
            <a:t>) evaluates it against a specific set of criteria. The first agent then receives the feedback and attempts to refine its work. This process loops until the Critic agent approves the artifact or an iteration limit is reached.</a:t>
          </a:r>
        </a:p>
      </dsp:txBody>
      <dsp:txXfrm>
        <a:off x="58600" y="104776"/>
        <a:ext cx="8609869" cy="1083219"/>
      </dsp:txXfrm>
    </dsp:sp>
    <dsp:sp modelId="{27B44680-32D5-4C52-B21B-A7C8BD56E44E}">
      <dsp:nvSpPr>
        <dsp:cNvPr id="0" name=""/>
        <dsp:cNvSpPr/>
      </dsp:nvSpPr>
      <dsp:spPr>
        <a:xfrm>
          <a:off x="0" y="1298436"/>
          <a:ext cx="8727069" cy="1200419"/>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Font typeface="Arial" panose="020B0604020202020204" pitchFamily="34" charset="0"/>
            <a:buNone/>
          </a:pPr>
          <a:r>
            <a:rPr lang="en-US" sz="1800" b="1" kern="1200" dirty="0"/>
            <a:t>Pattern:</a:t>
          </a:r>
          <a:r>
            <a:rPr lang="en-US" sz="1800" kern="1200" dirty="0"/>
            <a:t> </a:t>
          </a:r>
          <a:r>
            <a:rPr lang="en-US" sz="1800" b="1" kern="1200" dirty="0"/>
            <a:t>User</a:t>
          </a:r>
          <a:r>
            <a:rPr lang="en-US" sz="1800" kern="1200" dirty="0"/>
            <a:t> -&gt; </a:t>
          </a:r>
          <a:r>
            <a:rPr lang="en-US" sz="1800" b="1" kern="1200" dirty="0"/>
            <a:t>Agent A</a:t>
          </a:r>
          <a:r>
            <a:rPr lang="en-US" sz="1800" kern="1200" dirty="0"/>
            <a:t> -&gt; </a:t>
          </a:r>
          <a:r>
            <a:rPr lang="en-US" sz="1800" b="1" kern="1200" dirty="0"/>
            <a:t>Agent B (Critic)</a:t>
          </a:r>
          <a:r>
            <a:rPr lang="en-US" sz="1800" kern="1200" dirty="0"/>
            <a:t> -&gt; (Feedback Loop) </a:t>
          </a:r>
          <a:r>
            <a:rPr lang="en-US" sz="1800" b="1" kern="1200" dirty="0"/>
            <a:t>Agent A</a:t>
          </a:r>
          <a:r>
            <a:rPr lang="en-US" sz="1800" kern="1200" dirty="0"/>
            <a:t> -&gt;(Approval) </a:t>
          </a:r>
          <a:r>
            <a:rPr lang="en-US" sz="1800" b="1" kern="1200" dirty="0"/>
            <a:t>Final Output</a:t>
          </a:r>
          <a:endParaRPr lang="en-US" sz="1800" kern="1200" dirty="0"/>
        </a:p>
      </dsp:txBody>
      <dsp:txXfrm>
        <a:off x="58600" y="1357036"/>
        <a:ext cx="8609869" cy="1083219"/>
      </dsp:txXfrm>
    </dsp:sp>
    <dsp:sp modelId="{A1A160FD-6520-43AF-B2D2-E97B44ECF3E5}">
      <dsp:nvSpPr>
        <dsp:cNvPr id="0" name=""/>
        <dsp:cNvSpPr/>
      </dsp:nvSpPr>
      <dsp:spPr>
        <a:xfrm>
          <a:off x="0" y="2550696"/>
          <a:ext cx="8727069" cy="1200419"/>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Font typeface="Arial" panose="020B0604020202020204" pitchFamily="34" charset="0"/>
            <a:buNone/>
          </a:pPr>
          <a:r>
            <a:rPr lang="en-IN" sz="1800" b="1" kern="1200"/>
            <a:t>Agent Roles:</a:t>
          </a:r>
          <a:endParaRPr lang="en-IN" sz="1800" kern="1200"/>
        </a:p>
      </dsp:txBody>
      <dsp:txXfrm>
        <a:off x="58600" y="2609296"/>
        <a:ext cx="8609869" cy="1083219"/>
      </dsp:txXfrm>
    </dsp:sp>
    <dsp:sp modelId="{104588EA-C816-45B8-B9D9-6069D2B96B6E}">
      <dsp:nvSpPr>
        <dsp:cNvPr id="0" name=""/>
        <dsp:cNvSpPr/>
      </dsp:nvSpPr>
      <dsp:spPr>
        <a:xfrm>
          <a:off x="0" y="3751115"/>
          <a:ext cx="8727069" cy="6334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7084" tIns="22860" rIns="128016" bIns="22860" numCol="1" spcCol="1270" anchor="t" anchorCtr="0">
          <a:noAutofit/>
        </a:bodyPr>
        <a:lstStyle/>
        <a:p>
          <a:pPr marL="114300" lvl="1" indent="-114300" algn="l" defTabSz="622300">
            <a:lnSpc>
              <a:spcPct val="90000"/>
            </a:lnSpc>
            <a:spcBef>
              <a:spcPct val="0"/>
            </a:spcBef>
            <a:spcAft>
              <a:spcPct val="20000"/>
            </a:spcAft>
            <a:buFont typeface="Arial" panose="020B0604020202020204" pitchFamily="34" charset="0"/>
            <a:buChar char="•"/>
          </a:pPr>
          <a:r>
            <a:rPr lang="en-US" sz="1400" b="1" kern="1200"/>
            <a:t>Agent A (Drafting Agent):</a:t>
          </a:r>
          <a:r>
            <a:rPr lang="en-US" sz="1400" kern="1200"/>
            <a:t> Generates the primary output (e.g., Python code).</a:t>
          </a:r>
        </a:p>
        <a:p>
          <a:pPr marL="114300" lvl="1" indent="-114300" algn="l" defTabSz="622300">
            <a:lnSpc>
              <a:spcPct val="90000"/>
            </a:lnSpc>
            <a:spcBef>
              <a:spcPct val="0"/>
            </a:spcBef>
            <a:spcAft>
              <a:spcPct val="20000"/>
            </a:spcAft>
            <a:buFont typeface="Arial" panose="020B0604020202020204" pitchFamily="34" charset="0"/>
            <a:buChar char="•"/>
          </a:pPr>
          <a:r>
            <a:rPr lang="en-US" sz="1400" b="1" kern="1200"/>
            <a:t>Agent B (Critic/Reviewer Agent):</a:t>
          </a:r>
          <a:r>
            <a:rPr lang="en-US" sz="1400" kern="1200"/>
            <a:t> Uses strict, well-defined rules (in its system prompt) to check the output for issues (e.g., style, efficiency, security).</a:t>
          </a:r>
        </a:p>
      </dsp:txBody>
      <dsp:txXfrm>
        <a:off x="0" y="3751115"/>
        <a:ext cx="8727069" cy="63342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E06AE9-63F0-4D42-B80C-C46670A5B3AB}">
      <dsp:nvSpPr>
        <dsp:cNvPr id="0" name=""/>
        <dsp:cNvSpPr/>
      </dsp:nvSpPr>
      <dsp:spPr>
        <a:xfrm>
          <a:off x="0" y="230405"/>
          <a:ext cx="8727069" cy="102960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This models a marketplace where a </a:t>
          </a:r>
          <a:r>
            <a:rPr lang="en-US" sz="2000" b="1" kern="1200"/>
            <a:t>Manager Agent</a:t>
          </a:r>
          <a:r>
            <a:rPr lang="en-US" sz="2000" kern="1200"/>
            <a:t> broadcasts a task request to a pool of </a:t>
          </a:r>
          <a:r>
            <a:rPr lang="en-US" sz="2000" b="1" kern="1200"/>
            <a:t>Service Agents</a:t>
          </a:r>
          <a:r>
            <a:rPr lang="en-US" sz="2000" kern="1200"/>
            <a:t>. The Service Agents "bid" or offer their capabilities, and the Manager selects the best fit based on criteria like cost, speed, or specialization.</a:t>
          </a:r>
        </a:p>
      </dsp:txBody>
      <dsp:txXfrm>
        <a:off x="50261" y="280666"/>
        <a:ext cx="8626547" cy="929078"/>
      </dsp:txXfrm>
    </dsp:sp>
    <dsp:sp modelId="{32C293B1-E994-4551-8B07-5DF1D698B1A6}">
      <dsp:nvSpPr>
        <dsp:cNvPr id="0" name=""/>
        <dsp:cNvSpPr/>
      </dsp:nvSpPr>
      <dsp:spPr>
        <a:xfrm>
          <a:off x="0" y="1317606"/>
          <a:ext cx="8727069" cy="102960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Font typeface="Arial" panose="020B0604020202020204" pitchFamily="34" charset="0"/>
            <a:buNone/>
          </a:pPr>
          <a:r>
            <a:rPr lang="en-US" sz="2000" b="1" kern="1200" dirty="0"/>
            <a:t>Pattern:</a:t>
          </a:r>
          <a:r>
            <a:rPr lang="en-US" sz="2000" kern="1200" dirty="0"/>
            <a:t> </a:t>
          </a:r>
          <a:r>
            <a:rPr lang="en-US" sz="2000" b="1" kern="1200" dirty="0"/>
            <a:t>Manager</a:t>
          </a:r>
          <a:r>
            <a:rPr lang="en-US" sz="2000" kern="1200" dirty="0"/>
            <a:t> (Broadcast CFP) -&gt; </a:t>
          </a:r>
          <a:r>
            <a:rPr lang="en-US" sz="2000" b="1" kern="1200" dirty="0"/>
            <a:t>Service Agents</a:t>
          </a:r>
          <a:r>
            <a:rPr lang="en-US" sz="2000" kern="1200" dirty="0"/>
            <a:t> (Submit Bids) -&gt; </a:t>
          </a:r>
          <a:r>
            <a:rPr lang="en-US" sz="2000" b="1" kern="1200" dirty="0"/>
            <a:t>Manager</a:t>
          </a:r>
          <a:r>
            <a:rPr lang="en-US" sz="2000" kern="1200" dirty="0"/>
            <a:t> (Award Contract) -&gt; </a:t>
          </a:r>
          <a:r>
            <a:rPr lang="en-US" sz="2000" b="1" kern="1200" dirty="0"/>
            <a:t>Winning Agent</a:t>
          </a:r>
          <a:r>
            <a:rPr lang="en-US" sz="2000" kern="1200" dirty="0"/>
            <a:t> (Execute) -&gt; </a:t>
          </a:r>
          <a:r>
            <a:rPr lang="en-US" sz="2000" b="1" kern="1200" dirty="0"/>
            <a:t>Final Output</a:t>
          </a:r>
          <a:endParaRPr lang="en-US" sz="2000" kern="1200" dirty="0"/>
        </a:p>
      </dsp:txBody>
      <dsp:txXfrm>
        <a:off x="50261" y="1367867"/>
        <a:ext cx="8626547" cy="929078"/>
      </dsp:txXfrm>
    </dsp:sp>
    <dsp:sp modelId="{20C4552C-D9B7-4118-AB3C-4BCCC685AA09}">
      <dsp:nvSpPr>
        <dsp:cNvPr id="0" name=""/>
        <dsp:cNvSpPr/>
      </dsp:nvSpPr>
      <dsp:spPr>
        <a:xfrm>
          <a:off x="0" y="2404806"/>
          <a:ext cx="8727069" cy="102960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Font typeface="Arial" panose="020B0604020202020204" pitchFamily="34" charset="0"/>
            <a:buNone/>
          </a:pPr>
          <a:r>
            <a:rPr lang="en-IN" sz="2000" b="1" kern="1200"/>
            <a:t>Agent Roles:</a:t>
          </a:r>
          <a:endParaRPr lang="en-IN" sz="2000" kern="1200"/>
        </a:p>
      </dsp:txBody>
      <dsp:txXfrm>
        <a:off x="50261" y="2455067"/>
        <a:ext cx="8626547" cy="929078"/>
      </dsp:txXfrm>
    </dsp:sp>
    <dsp:sp modelId="{5E8A7181-B33C-4DE0-A555-82E0DB07B01C}">
      <dsp:nvSpPr>
        <dsp:cNvPr id="0" name=""/>
        <dsp:cNvSpPr/>
      </dsp:nvSpPr>
      <dsp:spPr>
        <a:xfrm>
          <a:off x="0" y="3434406"/>
          <a:ext cx="8727069" cy="7658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7084" tIns="25400" rIns="142240" bIns="25400" numCol="1" spcCol="1270" anchor="t" anchorCtr="0">
          <a:noAutofit/>
        </a:bodyPr>
        <a:lstStyle/>
        <a:p>
          <a:pPr marL="171450" lvl="1" indent="-171450" algn="l" defTabSz="711200">
            <a:lnSpc>
              <a:spcPct val="90000"/>
            </a:lnSpc>
            <a:spcBef>
              <a:spcPct val="0"/>
            </a:spcBef>
            <a:spcAft>
              <a:spcPct val="20000"/>
            </a:spcAft>
            <a:buFont typeface="Arial" panose="020B0604020202020204" pitchFamily="34" charset="0"/>
            <a:buChar char="•"/>
          </a:pPr>
          <a:r>
            <a:rPr lang="en-US" sz="1600" b="1" kern="1200"/>
            <a:t>Manager Agent (Auctioneer):</a:t>
          </a:r>
          <a:r>
            <a:rPr lang="en-US" sz="1600" kern="1200"/>
            <a:t> Decides the best agent to execute the task.</a:t>
          </a:r>
        </a:p>
        <a:p>
          <a:pPr marL="171450" lvl="1" indent="-171450" algn="l" defTabSz="711200">
            <a:lnSpc>
              <a:spcPct val="90000"/>
            </a:lnSpc>
            <a:spcBef>
              <a:spcPct val="0"/>
            </a:spcBef>
            <a:spcAft>
              <a:spcPct val="20000"/>
            </a:spcAft>
            <a:buFont typeface="Arial" panose="020B0604020202020204" pitchFamily="34" charset="0"/>
            <a:buChar char="•"/>
          </a:pPr>
          <a:r>
            <a:rPr lang="en-US" sz="1600" b="1" kern="1200"/>
            <a:t>Service Agent (Database Specialist):</a:t>
          </a:r>
          <a:r>
            <a:rPr lang="en-US" sz="1600" kern="1200"/>
            <a:t> Bids only on SQL/data retrieval tasks.</a:t>
          </a:r>
        </a:p>
        <a:p>
          <a:pPr marL="171450" lvl="1" indent="-171450" algn="l" defTabSz="711200">
            <a:lnSpc>
              <a:spcPct val="90000"/>
            </a:lnSpc>
            <a:spcBef>
              <a:spcPct val="0"/>
            </a:spcBef>
            <a:spcAft>
              <a:spcPct val="20000"/>
            </a:spcAft>
            <a:buFont typeface="Arial" panose="020B0604020202020204" pitchFamily="34" charset="0"/>
            <a:buChar char="•"/>
          </a:pPr>
          <a:r>
            <a:rPr lang="en-US" sz="1600" b="1" kern="1200"/>
            <a:t>Service Agent (API Integrator):</a:t>
          </a:r>
          <a:r>
            <a:rPr lang="en-US" sz="1600" kern="1200"/>
            <a:t> Bids only on external API call tasks.</a:t>
          </a:r>
        </a:p>
      </dsp:txBody>
      <dsp:txXfrm>
        <a:off x="0" y="3434406"/>
        <a:ext cx="8727069" cy="765899"/>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2486C0-2452-4D34-B250-9C1A3C70CFB7}">
      <dsp:nvSpPr>
        <dsp:cNvPr id="0" name=""/>
        <dsp:cNvSpPr/>
      </dsp:nvSpPr>
      <dsp:spPr>
        <a:xfrm>
          <a:off x="0" y="18369"/>
          <a:ext cx="8363700" cy="1235519"/>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1" i="0" kern="1200" baseline="0"/>
            <a:t>Sequential:</a:t>
          </a:r>
          <a:r>
            <a:rPr lang="en-US" sz="2400" b="0" i="0" kern="1200" baseline="0"/>
            <a:t> Linear, fixed order, one agent feeds the next Good for clear dependencies.</a:t>
          </a:r>
          <a:endParaRPr lang="en-IN" sz="2400" kern="1200"/>
        </a:p>
      </dsp:txBody>
      <dsp:txXfrm>
        <a:off x="60313" y="78682"/>
        <a:ext cx="8243074" cy="1114893"/>
      </dsp:txXfrm>
    </dsp:sp>
    <dsp:sp modelId="{3182B624-FE43-41D0-8395-FF6EF85E7E83}">
      <dsp:nvSpPr>
        <dsp:cNvPr id="0" name=""/>
        <dsp:cNvSpPr/>
      </dsp:nvSpPr>
      <dsp:spPr>
        <a:xfrm>
          <a:off x="0" y="1323009"/>
          <a:ext cx="8363700" cy="1235519"/>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1" i="0" kern="1200" baseline="0"/>
            <a:t>Hierarchical</a:t>
          </a:r>
          <a:r>
            <a:rPr lang="en-US" sz="2400" b="0" i="0" kern="1200" baseline="0"/>
            <a:t> Central planner/supervisor delegates tasks and aggregates results.Good for complex requests and managing specialized sub-agents.</a:t>
          </a:r>
          <a:endParaRPr lang="en-IN" sz="2400" kern="1200"/>
        </a:p>
      </dsp:txBody>
      <dsp:txXfrm>
        <a:off x="60313" y="1383322"/>
        <a:ext cx="8243074" cy="1114893"/>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3E2AAA7-663F-442F-ADB1-3A1368BC5C12}">
      <dsp:nvSpPr>
        <dsp:cNvPr id="0" name=""/>
        <dsp:cNvSpPr/>
      </dsp:nvSpPr>
      <dsp:spPr>
        <a:xfrm>
          <a:off x="0" y="475959"/>
          <a:ext cx="9046579" cy="39780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i="0" kern="1200" baseline="0"/>
            <a:t>Preventing Infinite Loop:</a:t>
          </a:r>
          <a:r>
            <a:rPr lang="en-US" sz="1700" b="0" i="0" kern="1200" baseline="0"/>
            <a:t> The candidate should mention using a </a:t>
          </a:r>
          <a:r>
            <a:rPr lang="en-US" sz="1700" b="1" i="0" kern="1200" baseline="0"/>
            <a:t>state variable</a:t>
          </a:r>
          <a:r>
            <a:rPr lang="en-US" sz="1700" b="0" i="0" kern="1200" baseline="0"/>
            <a:t> </a:t>
          </a:r>
          <a:endParaRPr lang="en-IN" sz="1700" kern="1200"/>
        </a:p>
      </dsp:txBody>
      <dsp:txXfrm>
        <a:off x="19419" y="495378"/>
        <a:ext cx="9007741" cy="358962"/>
      </dsp:txXfrm>
    </dsp:sp>
    <dsp:sp modelId="{A60F5FA9-7D7C-4952-BD9D-496575384C47}">
      <dsp:nvSpPr>
        <dsp:cNvPr id="0" name=""/>
        <dsp:cNvSpPr/>
      </dsp:nvSpPr>
      <dsp:spPr>
        <a:xfrm>
          <a:off x="0" y="922719"/>
          <a:ext cx="9046579" cy="39780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0" i="0" kern="1200" baseline="0" dirty="0"/>
            <a:t>(like a counter, </a:t>
          </a:r>
          <a:r>
            <a:rPr lang="en-US" sz="1700" b="1" i="0" kern="1200" baseline="0" dirty="0"/>
            <a:t>conditional edge</a:t>
          </a:r>
          <a:r>
            <a:rPr lang="en-US" sz="1700" b="0" i="0" kern="1200" baseline="0" dirty="0"/>
            <a:t> (router function)</a:t>
          </a:r>
          <a:endParaRPr lang="en-IN" sz="1700" kern="1200" dirty="0"/>
        </a:p>
      </dsp:txBody>
      <dsp:txXfrm>
        <a:off x="19419" y="942138"/>
        <a:ext cx="9007741" cy="358962"/>
      </dsp:txXfrm>
    </dsp:sp>
    <dsp:sp modelId="{53651AE1-745F-4AF0-A74B-10AE017ECB02}">
      <dsp:nvSpPr>
        <dsp:cNvPr id="0" name=""/>
        <dsp:cNvSpPr/>
      </dsp:nvSpPr>
      <dsp:spPr>
        <a:xfrm>
          <a:off x="0" y="1369479"/>
          <a:ext cx="9046579" cy="39780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i="0" kern="1200" baseline="0" dirty="0"/>
            <a:t>Human Handoff Mechanism:</a:t>
          </a:r>
          <a:r>
            <a:rPr lang="en-US" sz="1700" b="0" i="0" kern="1200" baseline="0" dirty="0"/>
            <a:t> They should describe creating an </a:t>
          </a:r>
          <a:r>
            <a:rPr lang="en-US" sz="1700" b="1" i="0" kern="1200" baseline="0" dirty="0"/>
            <a:t>Intervention Node</a:t>
          </a:r>
          <a:r>
            <a:rPr lang="en-US" sz="1700" b="0" i="0" kern="1200" baseline="0" dirty="0"/>
            <a:t> which, </a:t>
          </a:r>
          <a:endParaRPr lang="en-IN" sz="1700" kern="1200" dirty="0"/>
        </a:p>
      </dsp:txBody>
      <dsp:txXfrm>
        <a:off x="19419" y="1388898"/>
        <a:ext cx="9007741" cy="358962"/>
      </dsp:txXfrm>
    </dsp:sp>
    <dsp:sp modelId="{8A22803A-83A7-4C0E-9AB4-EF103528E994}">
      <dsp:nvSpPr>
        <dsp:cNvPr id="0" name=""/>
        <dsp:cNvSpPr/>
      </dsp:nvSpPr>
      <dsp:spPr>
        <a:xfrm>
          <a:off x="0" y="1816239"/>
          <a:ext cx="9046579" cy="39780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0" i="0" kern="1200" baseline="0" dirty="0"/>
            <a:t>instead of calling another LLM, executes a tool (a Python function) that triggers a side effect</a:t>
          </a:r>
          <a:r>
            <a:rPr lang="en-US" sz="1700" b="0" i="0" kern="1200" baseline="0"/>
            <a:t>, such as:</a:t>
          </a:r>
          <a:endParaRPr lang="en-IN" sz="1700" kern="1200" dirty="0"/>
        </a:p>
      </dsp:txBody>
      <dsp:txXfrm>
        <a:off x="19419" y="1835658"/>
        <a:ext cx="9007741" cy="358962"/>
      </dsp:txXfrm>
    </dsp:sp>
    <dsp:sp modelId="{B8CF8B43-6D39-4D89-AF17-75D9136D1F67}">
      <dsp:nvSpPr>
        <dsp:cNvPr id="0" name=""/>
        <dsp:cNvSpPr/>
      </dsp:nvSpPr>
      <dsp:spPr>
        <a:xfrm>
          <a:off x="0" y="2214039"/>
          <a:ext cx="9046579" cy="422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87229" tIns="21590" rIns="120904" bIns="21590" numCol="1" spcCol="1270" anchor="t" anchorCtr="0">
          <a:noAutofit/>
        </a:bodyPr>
        <a:lstStyle/>
        <a:p>
          <a:pPr marL="114300" lvl="1" indent="-114300" algn="l" defTabSz="577850">
            <a:lnSpc>
              <a:spcPct val="90000"/>
            </a:lnSpc>
            <a:spcBef>
              <a:spcPct val="0"/>
            </a:spcBef>
            <a:spcAft>
              <a:spcPct val="20000"/>
            </a:spcAft>
            <a:buChar char="•"/>
          </a:pPr>
          <a:r>
            <a:rPr lang="en-US" sz="1300" b="0" i="0" kern="1200" baseline="0" dirty="0"/>
            <a:t>Sending an email/Slack message </a:t>
          </a:r>
          <a:endParaRPr lang="en-IN" sz="1300" kern="1200" dirty="0"/>
        </a:p>
        <a:p>
          <a:pPr marL="114300" lvl="1" indent="-114300" algn="l" defTabSz="577850">
            <a:lnSpc>
              <a:spcPct val="90000"/>
            </a:lnSpc>
            <a:spcBef>
              <a:spcPct val="0"/>
            </a:spcBef>
            <a:spcAft>
              <a:spcPct val="20000"/>
            </a:spcAft>
            <a:buChar char="•"/>
          </a:pPr>
          <a:r>
            <a:rPr lang="en-US" sz="1300" b="0" i="0" kern="1200" baseline="0"/>
            <a:t>Writing the failed task details to a specific queue/database </a:t>
          </a:r>
          <a:endParaRPr lang="en-IN" sz="1300" kern="1200"/>
        </a:p>
      </dsp:txBody>
      <dsp:txXfrm>
        <a:off x="0" y="2214039"/>
        <a:ext cx="9046579" cy="42228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633913" cy="379413"/>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057900" y="0"/>
            <a:ext cx="4632325" cy="379413"/>
          </a:xfrm>
          <a:prstGeom prst="rect">
            <a:avLst/>
          </a:prstGeom>
        </p:spPr>
        <p:txBody>
          <a:bodyPr vert="horz" lIns="91440" tIns="45720" rIns="91440" bIns="45720" rtlCol="0"/>
          <a:lstStyle>
            <a:lvl1pPr algn="r">
              <a:defRPr sz="1200"/>
            </a:lvl1pPr>
          </a:lstStyle>
          <a:p>
            <a:fld id="{3B2477CB-E0AE-4281-99AD-4E48B34E3FDC}" type="datetimeFigureOut">
              <a:rPr lang="en-IN" smtClean="0"/>
              <a:t>28-11-2025</a:t>
            </a:fld>
            <a:endParaRPr lang="en-IN"/>
          </a:p>
        </p:txBody>
      </p:sp>
      <p:sp>
        <p:nvSpPr>
          <p:cNvPr id="4" name="Slide Image Placeholder 3"/>
          <p:cNvSpPr>
            <a:spLocks noGrp="1" noRot="1" noChangeAspect="1"/>
          </p:cNvSpPr>
          <p:nvPr>
            <p:ph type="sldImg" idx="2"/>
          </p:nvPr>
        </p:nvSpPr>
        <p:spPr>
          <a:xfrm>
            <a:off x="3541713" y="944563"/>
            <a:ext cx="3609975" cy="2551112"/>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069975" y="3636963"/>
            <a:ext cx="8553450" cy="297497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7177088"/>
            <a:ext cx="4633913" cy="379412"/>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057900" y="7177088"/>
            <a:ext cx="4632325" cy="379412"/>
          </a:xfrm>
          <a:prstGeom prst="rect">
            <a:avLst/>
          </a:prstGeom>
        </p:spPr>
        <p:txBody>
          <a:bodyPr vert="horz" lIns="91440" tIns="45720" rIns="91440" bIns="45720" rtlCol="0" anchor="b"/>
          <a:lstStyle>
            <a:lvl1pPr algn="r">
              <a:defRPr sz="1200"/>
            </a:lvl1pPr>
          </a:lstStyle>
          <a:p>
            <a:fld id="{15FE0340-0FD0-49F3-BC20-FAFB939F882F}" type="slidenum">
              <a:rPr lang="en-IN" smtClean="0"/>
              <a:t>‹#›</a:t>
            </a:fld>
            <a:endParaRPr lang="en-IN"/>
          </a:p>
        </p:txBody>
      </p:sp>
    </p:spTree>
    <p:extLst>
      <p:ext uri="{BB962C8B-B14F-4D97-AF65-F5344CB8AC3E}">
        <p14:creationId xmlns:p14="http://schemas.microsoft.com/office/powerpoint/2010/main" val="37366970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8" name="Group 17"/>
          <p:cNvGrpSpPr/>
          <p:nvPr/>
        </p:nvGrpSpPr>
        <p:grpSpPr>
          <a:xfrm>
            <a:off x="0" y="0"/>
            <a:ext cx="10694192" cy="7556500"/>
            <a:chOff x="0" y="0"/>
            <a:chExt cx="9144677" cy="6858000"/>
          </a:xfrm>
        </p:grpSpPr>
        <p:pic>
          <p:nvPicPr>
            <p:cNvPr id="8" name="Picture 7" descr="S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1" name="Rectangle 10"/>
            <p:cNvSpPr/>
            <p:nvPr/>
          </p:nvSpPr>
          <p:spPr>
            <a:xfrm>
              <a:off x="1515532" y="1520422"/>
              <a:ext cx="6112935" cy="3818468"/>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2" name="Picture 11"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p:blipFill>
          <p:spPr>
            <a:xfrm>
              <a:off x="0" y="3128434"/>
              <a:ext cx="1664208" cy="612648"/>
            </a:xfrm>
            <a:prstGeom prst="rect">
              <a:avLst/>
            </a:prstGeom>
          </p:spPr>
        </p:pic>
        <p:pic>
          <p:nvPicPr>
            <p:cNvPr id="13" name="Picture 12"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p:blipFill>
          <p:spPr>
            <a:xfrm>
              <a:off x="7480469" y="3128434"/>
              <a:ext cx="1664208" cy="612648"/>
            </a:xfrm>
            <a:prstGeom prst="rect">
              <a:avLst/>
            </a:prstGeom>
          </p:spPr>
        </p:pic>
      </p:grpSp>
      <p:sp>
        <p:nvSpPr>
          <p:cNvPr id="2" name="Title 1"/>
          <p:cNvSpPr>
            <a:spLocks noGrp="1"/>
          </p:cNvSpPr>
          <p:nvPr>
            <p:ph type="ctrTitle"/>
          </p:nvPr>
        </p:nvSpPr>
        <p:spPr>
          <a:xfrm>
            <a:off x="2247595" y="1996405"/>
            <a:ext cx="6208424" cy="1669893"/>
          </a:xfrm>
        </p:spPr>
        <p:txBody>
          <a:bodyPr anchor="b">
            <a:noAutofit/>
          </a:bodyPr>
          <a:lstStyle>
            <a:lvl1pPr algn="ctr">
              <a:defRPr sz="5289">
                <a:effectLst/>
              </a:defRPr>
            </a:lvl1pPr>
          </a:lstStyle>
          <a:p>
            <a:r>
              <a:rPr lang="en-US"/>
              <a:t>Click to edit Master title style</a:t>
            </a:r>
            <a:endParaRPr lang="en-US" dirty="0"/>
          </a:p>
        </p:txBody>
      </p:sp>
      <p:sp>
        <p:nvSpPr>
          <p:cNvPr id="3" name="Subtitle 2"/>
          <p:cNvSpPr>
            <a:spLocks noGrp="1"/>
          </p:cNvSpPr>
          <p:nvPr>
            <p:ph type="subTitle" idx="1"/>
          </p:nvPr>
        </p:nvSpPr>
        <p:spPr>
          <a:xfrm>
            <a:off x="2247595" y="3964824"/>
            <a:ext cx="6208424" cy="1517967"/>
          </a:xfrm>
        </p:spPr>
        <p:txBody>
          <a:bodyPr anchor="t">
            <a:normAutofit/>
          </a:bodyPr>
          <a:lstStyle>
            <a:lvl1pPr marL="0" indent="0" algn="ctr">
              <a:buNone/>
              <a:defRPr sz="2204">
                <a:solidFill>
                  <a:schemeClr val="tx1"/>
                </a:solidFill>
              </a:defRPr>
            </a:lvl1pPr>
            <a:lvl2pPr marL="503789" indent="0" algn="ctr">
              <a:buNone/>
              <a:defRPr>
                <a:solidFill>
                  <a:schemeClr val="tx1">
                    <a:tint val="75000"/>
                  </a:schemeClr>
                </a:solidFill>
              </a:defRPr>
            </a:lvl2pPr>
            <a:lvl3pPr marL="1007577" indent="0" algn="ctr">
              <a:buNone/>
              <a:defRPr>
                <a:solidFill>
                  <a:schemeClr val="tx1">
                    <a:tint val="75000"/>
                  </a:schemeClr>
                </a:solidFill>
              </a:defRPr>
            </a:lvl3pPr>
            <a:lvl4pPr marL="1511366" indent="0" algn="ctr">
              <a:buNone/>
              <a:defRPr>
                <a:solidFill>
                  <a:schemeClr val="tx1">
                    <a:tint val="75000"/>
                  </a:schemeClr>
                </a:solidFill>
              </a:defRPr>
            </a:lvl4pPr>
            <a:lvl5pPr marL="2015155" indent="0" algn="ctr">
              <a:buNone/>
              <a:defRPr>
                <a:solidFill>
                  <a:schemeClr val="tx1">
                    <a:tint val="75000"/>
                  </a:schemeClr>
                </a:solidFill>
              </a:defRPr>
            </a:lvl5pPr>
            <a:lvl6pPr marL="2518943" indent="0" algn="ctr">
              <a:buNone/>
              <a:defRPr>
                <a:solidFill>
                  <a:schemeClr val="tx1">
                    <a:tint val="75000"/>
                  </a:schemeClr>
                </a:solidFill>
              </a:defRPr>
            </a:lvl6pPr>
            <a:lvl7pPr marL="3022732" indent="0" algn="ctr">
              <a:buNone/>
              <a:defRPr>
                <a:solidFill>
                  <a:schemeClr val="tx1">
                    <a:tint val="75000"/>
                  </a:schemeClr>
                </a:solidFill>
              </a:defRPr>
            </a:lvl7pPr>
            <a:lvl8pPr marL="3526521" indent="0" algn="ctr">
              <a:buNone/>
              <a:defRPr>
                <a:solidFill>
                  <a:schemeClr val="tx1">
                    <a:tint val="75000"/>
                  </a:schemeClr>
                </a:solidFill>
              </a:defRPr>
            </a:lvl8pPr>
            <a:lvl9pPr marL="4030309"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093168" y="5569423"/>
            <a:ext cx="787359" cy="307857"/>
          </a:xfrm>
        </p:spPr>
        <p:txBody>
          <a:bodyPr/>
          <a:lstStyle/>
          <a:p>
            <a:fld id="{1D8BD707-D9CF-40AE-B4C6-C98DA3205C09}" type="datetimeFigureOut">
              <a:rPr lang="en-US" smtClean="0"/>
              <a:t>11/28/2025</a:t>
            </a:fld>
            <a:endParaRPr lang="en-US"/>
          </a:p>
        </p:txBody>
      </p:sp>
      <p:sp>
        <p:nvSpPr>
          <p:cNvPr id="5" name="Footer Placeholder 4"/>
          <p:cNvSpPr>
            <a:spLocks noGrp="1"/>
          </p:cNvSpPr>
          <p:nvPr>
            <p:ph type="ftr" sz="quarter" idx="11"/>
          </p:nvPr>
        </p:nvSpPr>
        <p:spPr>
          <a:xfrm>
            <a:off x="2247595" y="5569423"/>
            <a:ext cx="4753628" cy="307857"/>
          </a:xfrm>
        </p:spPr>
        <p:txBody>
          <a:bodyPr/>
          <a:lstStyle/>
          <a:p>
            <a:endParaRPr lang="en-IN"/>
          </a:p>
        </p:txBody>
      </p:sp>
      <p:sp>
        <p:nvSpPr>
          <p:cNvPr id="6" name="Slide Number Placeholder 5"/>
          <p:cNvSpPr>
            <a:spLocks noGrp="1"/>
          </p:cNvSpPr>
          <p:nvPr>
            <p:ph type="sldNum" sz="quarter" idx="12"/>
          </p:nvPr>
        </p:nvSpPr>
        <p:spPr>
          <a:xfrm>
            <a:off x="7972474" y="5569423"/>
            <a:ext cx="483545" cy="307857"/>
          </a:xfrm>
        </p:spPr>
        <p:txBody>
          <a:bodyPr/>
          <a:lstStyle/>
          <a:p>
            <a:fld id="{B6F15528-21DE-4FAA-801E-634DDDAF4B2B}" type="slidenum">
              <a:rPr lang="en-IN" smtClean="0"/>
              <a:t>‹#›</a:t>
            </a:fld>
            <a:endParaRPr lang="en-IN"/>
          </a:p>
        </p:txBody>
      </p:sp>
      <p:cxnSp>
        <p:nvCxnSpPr>
          <p:cNvPr id="15" name="Straight Connector 14"/>
          <p:cNvCxnSpPr/>
          <p:nvPr/>
        </p:nvCxnSpPr>
        <p:spPr>
          <a:xfrm>
            <a:off x="2362073" y="3824890"/>
            <a:ext cx="5979467"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619227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495094" y="2596249"/>
            <a:ext cx="7713111"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11/28/2025</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31039627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86E7B2-5757-84C8-027D-B9D207CF57A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B24AC01-6A86-F68C-130D-9EF6BD492B7F}"/>
              </a:ext>
            </a:extLst>
          </p:cNvPr>
          <p:cNvSpPr>
            <a:spLocks noGrp="1"/>
          </p:cNvSpPr>
          <p:nvPr>
            <p:ph type="dt" sz="half" idx="10"/>
          </p:nvPr>
        </p:nvSpPr>
        <p:spPr/>
        <p:txBody>
          <a:bodyPr/>
          <a:lstStyle/>
          <a:p>
            <a:fld id="{1D8BD707-D9CF-40AE-B4C6-C98DA3205C09}" type="datetimeFigureOut">
              <a:rPr lang="en-US" smtClean="0"/>
              <a:t>11/28/2025</a:t>
            </a:fld>
            <a:endParaRPr lang="en-US"/>
          </a:p>
        </p:txBody>
      </p:sp>
      <p:sp>
        <p:nvSpPr>
          <p:cNvPr id="4" name="Footer Placeholder 3">
            <a:extLst>
              <a:ext uri="{FF2B5EF4-FFF2-40B4-BE49-F238E27FC236}">
                <a16:creationId xmlns:a16="http://schemas.microsoft.com/office/drawing/2014/main" id="{DAE702E7-4504-0CCE-A93D-256447F79A5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5BF612D-5772-9532-CCC8-EFDB7139EFDD}"/>
              </a:ext>
            </a:extLst>
          </p:cNvPr>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34667120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95094" y="1808594"/>
            <a:ext cx="7713111" cy="2008140"/>
          </a:xfrm>
        </p:spPr>
        <p:txBody>
          <a:bodyPr anchor="b">
            <a:normAutofit/>
          </a:bodyPr>
          <a:lstStyle>
            <a:lvl1pPr algn="ctr">
              <a:defRPr sz="4408" b="0" cap="none"/>
            </a:lvl1pPr>
          </a:lstStyle>
          <a:p>
            <a:r>
              <a:rPr lang="en-US"/>
              <a:t>Click to edit Master title style</a:t>
            </a:r>
            <a:endParaRPr lang="en-US" dirty="0"/>
          </a:p>
        </p:txBody>
      </p:sp>
      <p:sp>
        <p:nvSpPr>
          <p:cNvPr id="3" name="Text Placeholder 2"/>
          <p:cNvSpPr>
            <a:spLocks noGrp="1"/>
          </p:cNvSpPr>
          <p:nvPr>
            <p:ph type="body" idx="1"/>
          </p:nvPr>
        </p:nvSpPr>
        <p:spPr>
          <a:xfrm>
            <a:off x="1495094" y="4115262"/>
            <a:ext cx="7713111" cy="1201035"/>
          </a:xfrm>
        </p:spPr>
        <p:txBody>
          <a:bodyPr anchor="t">
            <a:normAutofit/>
          </a:bodyPr>
          <a:lstStyle>
            <a:lvl1pPr marL="0" indent="0" algn="ctr">
              <a:buNone/>
              <a:defRPr sz="2645">
                <a:solidFill>
                  <a:schemeClr val="tx1"/>
                </a:solidFill>
              </a:defRPr>
            </a:lvl1pPr>
            <a:lvl2pPr marL="503789" indent="0">
              <a:buNone/>
              <a:defRPr sz="1983">
                <a:solidFill>
                  <a:schemeClr val="tx1">
                    <a:tint val="75000"/>
                  </a:schemeClr>
                </a:solidFill>
              </a:defRPr>
            </a:lvl2pPr>
            <a:lvl3pPr marL="1007577" indent="0">
              <a:buNone/>
              <a:defRPr sz="1763">
                <a:solidFill>
                  <a:schemeClr val="tx1">
                    <a:tint val="75000"/>
                  </a:schemeClr>
                </a:solidFill>
              </a:defRPr>
            </a:lvl3pPr>
            <a:lvl4pPr marL="1511366" indent="0">
              <a:buNone/>
              <a:defRPr sz="1543">
                <a:solidFill>
                  <a:schemeClr val="tx1">
                    <a:tint val="75000"/>
                  </a:schemeClr>
                </a:solidFill>
              </a:defRPr>
            </a:lvl4pPr>
            <a:lvl5pPr marL="2015155" indent="0">
              <a:buNone/>
              <a:defRPr sz="1543">
                <a:solidFill>
                  <a:schemeClr val="tx1">
                    <a:tint val="75000"/>
                  </a:schemeClr>
                </a:solidFill>
              </a:defRPr>
            </a:lvl5pPr>
            <a:lvl6pPr marL="2518943" indent="0">
              <a:buNone/>
              <a:defRPr sz="1543">
                <a:solidFill>
                  <a:schemeClr val="tx1">
                    <a:tint val="75000"/>
                  </a:schemeClr>
                </a:solidFill>
              </a:defRPr>
            </a:lvl6pPr>
            <a:lvl7pPr marL="3022732" indent="0">
              <a:buNone/>
              <a:defRPr sz="1543">
                <a:solidFill>
                  <a:schemeClr val="tx1">
                    <a:tint val="75000"/>
                  </a:schemeClr>
                </a:solidFill>
              </a:defRPr>
            </a:lvl7pPr>
            <a:lvl8pPr marL="3526521" indent="0">
              <a:buNone/>
              <a:defRPr sz="1543">
                <a:solidFill>
                  <a:schemeClr val="tx1">
                    <a:tint val="75000"/>
                  </a:schemeClr>
                </a:solidFill>
              </a:defRPr>
            </a:lvl8pPr>
            <a:lvl9pPr marL="4030309" indent="0">
              <a:buNone/>
              <a:defRPr sz="154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11/28/2025</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cxnSp>
        <p:nvCxnSpPr>
          <p:cNvPr id="31" name="Straight Connector 30"/>
          <p:cNvCxnSpPr/>
          <p:nvPr/>
        </p:nvCxnSpPr>
        <p:spPr>
          <a:xfrm>
            <a:off x="1495096" y="3965997"/>
            <a:ext cx="7713109"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90830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495094" y="2596249"/>
            <a:ext cx="7713111"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1376279" y="1008566"/>
            <a:ext cx="7950742" cy="1436668"/>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376279" y="2740491"/>
            <a:ext cx="3903091" cy="37984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432247" y="2740491"/>
            <a:ext cx="3903091" cy="37984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t>11/28/2025</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31507637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376282" y="2929310"/>
            <a:ext cx="3903091" cy="634955"/>
          </a:xfrm>
        </p:spPr>
        <p:txBody>
          <a:bodyPr anchor="b">
            <a:noAutofit/>
          </a:bodyPr>
          <a:lstStyle>
            <a:lvl1pPr marL="0" indent="0">
              <a:buNone/>
              <a:defRPr sz="2645" b="0">
                <a:solidFill>
                  <a:schemeClr val="accent1"/>
                </a:solidFill>
              </a:defRPr>
            </a:lvl1pPr>
            <a:lvl2pPr marL="503789" indent="0">
              <a:buNone/>
              <a:defRPr sz="2204" b="1"/>
            </a:lvl2pPr>
            <a:lvl3pPr marL="1007577" indent="0">
              <a:buNone/>
              <a:defRPr sz="1983" b="1"/>
            </a:lvl3pPr>
            <a:lvl4pPr marL="1511366" indent="0">
              <a:buNone/>
              <a:defRPr sz="1763" b="1"/>
            </a:lvl4pPr>
            <a:lvl5pPr marL="2015155" indent="0">
              <a:buNone/>
              <a:defRPr sz="1763" b="1"/>
            </a:lvl5pPr>
            <a:lvl6pPr marL="2518943" indent="0">
              <a:buNone/>
              <a:defRPr sz="1763" b="1"/>
            </a:lvl6pPr>
            <a:lvl7pPr marL="3022732" indent="0">
              <a:buNone/>
              <a:defRPr sz="1763" b="1"/>
            </a:lvl7pPr>
            <a:lvl8pPr marL="3526521" indent="0">
              <a:buNone/>
              <a:defRPr sz="1763" b="1"/>
            </a:lvl8pPr>
            <a:lvl9pPr marL="4030309" indent="0">
              <a:buNone/>
              <a:defRPr sz="1763" b="1"/>
            </a:lvl9pPr>
          </a:lstStyle>
          <a:p>
            <a:pPr lvl="0"/>
            <a:r>
              <a:rPr lang="en-US"/>
              <a:t>Click to edit Master text styles</a:t>
            </a:r>
          </a:p>
        </p:txBody>
      </p:sp>
      <p:sp>
        <p:nvSpPr>
          <p:cNvPr id="4" name="Content Placeholder 3"/>
          <p:cNvSpPr>
            <a:spLocks noGrp="1"/>
          </p:cNvSpPr>
          <p:nvPr>
            <p:ph sz="half" idx="2"/>
          </p:nvPr>
        </p:nvSpPr>
        <p:spPr>
          <a:xfrm>
            <a:off x="1376282" y="3573595"/>
            <a:ext cx="3903091" cy="298229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428365" y="2929310"/>
            <a:ext cx="3903091" cy="634955"/>
          </a:xfrm>
        </p:spPr>
        <p:txBody>
          <a:bodyPr anchor="b">
            <a:noAutofit/>
          </a:bodyPr>
          <a:lstStyle>
            <a:lvl1pPr marL="0" indent="0">
              <a:buNone/>
              <a:defRPr sz="2645" b="0">
                <a:solidFill>
                  <a:schemeClr val="accent1"/>
                </a:solidFill>
              </a:defRPr>
            </a:lvl1pPr>
            <a:lvl2pPr marL="503789" indent="0">
              <a:buNone/>
              <a:defRPr sz="2204" b="1"/>
            </a:lvl2pPr>
            <a:lvl3pPr marL="1007577" indent="0">
              <a:buNone/>
              <a:defRPr sz="1983" b="1"/>
            </a:lvl3pPr>
            <a:lvl4pPr marL="1511366" indent="0">
              <a:buNone/>
              <a:defRPr sz="1763" b="1"/>
            </a:lvl4pPr>
            <a:lvl5pPr marL="2015155" indent="0">
              <a:buNone/>
              <a:defRPr sz="1763" b="1"/>
            </a:lvl5pPr>
            <a:lvl6pPr marL="2518943" indent="0">
              <a:buNone/>
              <a:defRPr sz="1763" b="1"/>
            </a:lvl6pPr>
            <a:lvl7pPr marL="3022732" indent="0">
              <a:buNone/>
              <a:defRPr sz="1763" b="1"/>
            </a:lvl7pPr>
            <a:lvl8pPr marL="3526521" indent="0">
              <a:buNone/>
              <a:defRPr sz="1763" b="1"/>
            </a:lvl8pPr>
            <a:lvl9pPr marL="4030309" indent="0">
              <a:buNone/>
              <a:defRPr sz="1763" b="1"/>
            </a:lvl9pPr>
          </a:lstStyle>
          <a:p>
            <a:pPr lvl="0"/>
            <a:r>
              <a:rPr lang="en-US"/>
              <a:t>Click to edit Master text styles</a:t>
            </a:r>
          </a:p>
        </p:txBody>
      </p:sp>
      <p:sp>
        <p:nvSpPr>
          <p:cNvPr id="6" name="Content Placeholder 5"/>
          <p:cNvSpPr>
            <a:spLocks noGrp="1"/>
          </p:cNvSpPr>
          <p:nvPr>
            <p:ph sz="quarter" idx="4"/>
          </p:nvPr>
        </p:nvSpPr>
        <p:spPr>
          <a:xfrm>
            <a:off x="5428365" y="3573595"/>
            <a:ext cx="3903091" cy="298229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t>11/28/2025</a:t>
            </a:fld>
            <a:endParaRPr lang="en-US"/>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6F15528-21DE-4FAA-801E-634DDDAF4B2B}" type="slidenum">
              <a:rPr lang="en-IN" smtClean="0"/>
              <a:t>‹#›</a:t>
            </a:fld>
            <a:endParaRPr lang="en-IN"/>
          </a:p>
        </p:txBody>
      </p:sp>
      <p:cxnSp>
        <p:nvCxnSpPr>
          <p:cNvPr id="41" name="Straight Connector 40"/>
          <p:cNvCxnSpPr/>
          <p:nvPr/>
        </p:nvCxnSpPr>
        <p:spPr>
          <a:xfrm>
            <a:off x="1495095" y="2594498"/>
            <a:ext cx="7713111"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90161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376279" y="1008566"/>
            <a:ext cx="7950743" cy="1436668"/>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t>11/28/2025</a:t>
            </a:fld>
            <a:endParaRPr lang="en-US"/>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6F15528-21DE-4FAA-801E-634DDDAF4B2B}" type="slidenum">
              <a:rPr lang="en-IN" smtClean="0"/>
              <a:t>‹#›</a:t>
            </a:fld>
            <a:endParaRPr lang="en-IN"/>
          </a:p>
        </p:txBody>
      </p:sp>
      <p:cxnSp>
        <p:nvCxnSpPr>
          <p:cNvPr id="14" name="Straight Connector 13"/>
          <p:cNvCxnSpPr/>
          <p:nvPr/>
        </p:nvCxnSpPr>
        <p:spPr>
          <a:xfrm>
            <a:off x="1495095" y="2594498"/>
            <a:ext cx="7713111"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203962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11/28/2025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pic>
        <p:nvPicPr>
          <p:cNvPr id="5" name="Picture 4" descr="A logo with blue berries&#10;&#10;AI-generated content may be incorrect.">
            <a:extLst>
              <a:ext uri="{FF2B5EF4-FFF2-40B4-BE49-F238E27FC236}">
                <a16:creationId xmlns:a16="http://schemas.microsoft.com/office/drawing/2014/main" id="{6C57EB9D-5F81-1030-B64E-3071F0F486B3}"/>
              </a:ext>
            </a:extLst>
          </p:cNvPr>
          <p:cNvPicPr>
            <a:picLocks noChangeAspect="1"/>
          </p:cNvPicPr>
          <p:nvPr userDrawn="1"/>
        </p:nvPicPr>
        <p:blipFill>
          <a:blip r:embed="rId2"/>
          <a:stretch>
            <a:fillRect/>
          </a:stretch>
        </p:blipFill>
        <p:spPr>
          <a:xfrm>
            <a:off x="159753" y="6567197"/>
            <a:ext cx="1759957" cy="989303"/>
          </a:xfrm>
          <a:prstGeom prst="rect">
            <a:avLst/>
          </a:prstGeom>
        </p:spPr>
      </p:pic>
      <p:pic>
        <p:nvPicPr>
          <p:cNvPr id="6" name="Picture 5" descr="A close-up of a logo&#10;&#10;AI-generated content may be incorrect.">
            <a:extLst>
              <a:ext uri="{FF2B5EF4-FFF2-40B4-BE49-F238E27FC236}">
                <a16:creationId xmlns:a16="http://schemas.microsoft.com/office/drawing/2014/main" id="{8E0AC622-5AD6-8CE0-1675-60E7267506B8}"/>
              </a:ext>
            </a:extLst>
          </p:cNvPr>
          <p:cNvPicPr>
            <a:picLocks noChangeAspect="1"/>
          </p:cNvPicPr>
          <p:nvPr userDrawn="1"/>
        </p:nvPicPr>
        <p:blipFill>
          <a:blip r:embed="rId3"/>
          <a:stretch>
            <a:fillRect/>
          </a:stretch>
        </p:blipFill>
        <p:spPr>
          <a:xfrm>
            <a:off x="9080500" y="6673850"/>
            <a:ext cx="1442724" cy="756251"/>
          </a:xfrm>
          <a:prstGeom prst="rect">
            <a:avLst/>
          </a:prstGeom>
        </p:spPr>
      </p:pic>
    </p:spTree>
    <p:extLst>
      <p:ext uri="{BB962C8B-B14F-4D97-AF65-F5344CB8AC3E}">
        <p14:creationId xmlns:p14="http://schemas.microsoft.com/office/powerpoint/2010/main" val="29456877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76278" y="1529959"/>
            <a:ext cx="2966644" cy="1511300"/>
          </a:xfrm>
        </p:spPr>
        <p:txBody>
          <a:bodyPr anchor="b">
            <a:normAutofit/>
          </a:bodyPr>
          <a:lstStyle>
            <a:lvl1pPr algn="ctr">
              <a:defRPr sz="2645" b="0"/>
            </a:lvl1pPr>
          </a:lstStyle>
          <a:p>
            <a:r>
              <a:rPr lang="en-US"/>
              <a:t>Click to edit Master title style</a:t>
            </a:r>
            <a:endParaRPr lang="en-US" dirty="0"/>
          </a:p>
        </p:txBody>
      </p:sp>
      <p:sp>
        <p:nvSpPr>
          <p:cNvPr id="3" name="Content Placeholder 2"/>
          <p:cNvSpPr>
            <a:spLocks noGrp="1"/>
          </p:cNvSpPr>
          <p:nvPr>
            <p:ph idx="1"/>
          </p:nvPr>
        </p:nvSpPr>
        <p:spPr>
          <a:xfrm>
            <a:off x="4818184" y="1082165"/>
            <a:ext cx="4508839" cy="5392171"/>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376278" y="3339785"/>
            <a:ext cx="2966644" cy="2686760"/>
          </a:xfrm>
        </p:spPr>
        <p:txBody>
          <a:bodyPr anchor="t">
            <a:normAutofit/>
          </a:bodyPr>
          <a:lstStyle>
            <a:lvl1pPr marL="0" indent="0" algn="ctr">
              <a:buNone/>
              <a:defRPr sz="1763"/>
            </a:lvl1pPr>
            <a:lvl2pPr marL="503789" indent="0">
              <a:buNone/>
              <a:defRPr sz="1322"/>
            </a:lvl2pPr>
            <a:lvl3pPr marL="1007577" indent="0">
              <a:buNone/>
              <a:defRPr sz="1102"/>
            </a:lvl3pPr>
            <a:lvl4pPr marL="1511366" indent="0">
              <a:buNone/>
              <a:defRPr sz="992"/>
            </a:lvl4pPr>
            <a:lvl5pPr marL="2015155" indent="0">
              <a:buNone/>
              <a:defRPr sz="992"/>
            </a:lvl5pPr>
            <a:lvl6pPr marL="2518943" indent="0">
              <a:buNone/>
              <a:defRPr sz="992"/>
            </a:lvl6pPr>
            <a:lvl7pPr marL="3022732" indent="0">
              <a:buNone/>
              <a:defRPr sz="992"/>
            </a:lvl7pPr>
            <a:lvl8pPr marL="3526521" indent="0">
              <a:buNone/>
              <a:defRPr sz="992"/>
            </a:lvl8pPr>
            <a:lvl9pPr marL="4030309" indent="0">
              <a:buNone/>
              <a:defRPr sz="992"/>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11/28/2025</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F15528-21DE-4FAA-801E-634DDDAF4B2B}" type="slidenum">
              <a:rPr lang="en-IN" smtClean="0"/>
              <a:t>‹#›</a:t>
            </a:fld>
            <a:endParaRPr lang="en-IN"/>
          </a:p>
        </p:txBody>
      </p:sp>
      <p:cxnSp>
        <p:nvCxnSpPr>
          <p:cNvPr id="16" name="Straight Connector 15"/>
          <p:cNvCxnSpPr/>
          <p:nvPr/>
        </p:nvCxnSpPr>
        <p:spPr>
          <a:xfrm>
            <a:off x="1495095" y="3209180"/>
            <a:ext cx="2729009"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449079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76278" y="2075704"/>
            <a:ext cx="4247658" cy="1511300"/>
          </a:xfrm>
        </p:spPr>
        <p:txBody>
          <a:bodyPr anchor="b">
            <a:normAutofit/>
          </a:bodyPr>
          <a:lstStyle>
            <a:lvl1pPr algn="ctr">
              <a:defRPr sz="2645"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6061312" y="1138139"/>
            <a:ext cx="3425844" cy="5280224"/>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763"/>
            </a:lvl1pPr>
            <a:lvl2pPr marL="503789" indent="0">
              <a:buNone/>
              <a:defRPr sz="1763"/>
            </a:lvl2pPr>
            <a:lvl3pPr marL="1007577" indent="0">
              <a:buNone/>
              <a:defRPr sz="1763"/>
            </a:lvl3pPr>
            <a:lvl4pPr marL="1511366" indent="0">
              <a:buNone/>
              <a:defRPr sz="1763"/>
            </a:lvl4pPr>
            <a:lvl5pPr marL="2015155" indent="0">
              <a:buNone/>
              <a:defRPr sz="1763"/>
            </a:lvl5pPr>
            <a:lvl6pPr marL="2518943" indent="0">
              <a:buNone/>
              <a:defRPr sz="1763"/>
            </a:lvl6pPr>
            <a:lvl7pPr marL="3022732" indent="0">
              <a:buNone/>
              <a:defRPr sz="1763"/>
            </a:lvl7pPr>
            <a:lvl8pPr marL="3526521" indent="0">
              <a:buNone/>
              <a:defRPr sz="1763"/>
            </a:lvl8pPr>
            <a:lvl9pPr marL="4030309" indent="0">
              <a:buNone/>
              <a:defRPr sz="1763"/>
            </a:lvl9pPr>
          </a:lstStyle>
          <a:p>
            <a:r>
              <a:rPr lang="en-US"/>
              <a:t>Click icon to add picture</a:t>
            </a:r>
            <a:endParaRPr lang="en-US" dirty="0"/>
          </a:p>
        </p:txBody>
      </p:sp>
      <p:sp>
        <p:nvSpPr>
          <p:cNvPr id="4" name="Text Placeholder 3"/>
          <p:cNvSpPr>
            <a:spLocks noGrp="1"/>
          </p:cNvSpPr>
          <p:nvPr>
            <p:ph type="body" sz="half" idx="2"/>
          </p:nvPr>
        </p:nvSpPr>
        <p:spPr>
          <a:xfrm>
            <a:off x="1376279" y="3587004"/>
            <a:ext cx="4247657" cy="2015067"/>
          </a:xfrm>
        </p:spPr>
        <p:txBody>
          <a:bodyPr anchor="t">
            <a:normAutofit/>
          </a:bodyPr>
          <a:lstStyle>
            <a:lvl1pPr marL="0" indent="0" algn="ctr">
              <a:buNone/>
              <a:defRPr sz="1763"/>
            </a:lvl1pPr>
            <a:lvl2pPr marL="503789" indent="0">
              <a:buNone/>
              <a:defRPr sz="1322"/>
            </a:lvl2pPr>
            <a:lvl3pPr marL="1007577" indent="0">
              <a:buNone/>
              <a:defRPr sz="1102"/>
            </a:lvl3pPr>
            <a:lvl4pPr marL="1511366" indent="0">
              <a:buNone/>
              <a:defRPr sz="992"/>
            </a:lvl4pPr>
            <a:lvl5pPr marL="2015155" indent="0">
              <a:buNone/>
              <a:defRPr sz="992"/>
            </a:lvl5pPr>
            <a:lvl6pPr marL="2518943" indent="0">
              <a:buNone/>
              <a:defRPr sz="992"/>
            </a:lvl6pPr>
            <a:lvl7pPr marL="3022732" indent="0">
              <a:buNone/>
              <a:defRPr sz="992"/>
            </a:lvl7pPr>
            <a:lvl8pPr marL="3526521" indent="0">
              <a:buNone/>
              <a:defRPr sz="992"/>
            </a:lvl8pPr>
            <a:lvl9pPr marL="4030309" indent="0">
              <a:buNone/>
              <a:defRPr sz="992"/>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11/28/2025</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31965746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76279" y="5305874"/>
            <a:ext cx="7950742" cy="624461"/>
          </a:xfrm>
        </p:spPr>
        <p:txBody>
          <a:bodyPr anchor="b">
            <a:normAutofit/>
          </a:bodyPr>
          <a:lstStyle>
            <a:lvl1pPr algn="ctr">
              <a:defRPr sz="2645"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200154" y="1138140"/>
            <a:ext cx="8293094" cy="3703620"/>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763"/>
            </a:lvl1pPr>
            <a:lvl2pPr marL="503789" indent="0">
              <a:buNone/>
              <a:defRPr sz="1763"/>
            </a:lvl2pPr>
            <a:lvl3pPr marL="1007577" indent="0">
              <a:buNone/>
              <a:defRPr sz="1763"/>
            </a:lvl3pPr>
            <a:lvl4pPr marL="1511366" indent="0">
              <a:buNone/>
              <a:defRPr sz="1763"/>
            </a:lvl4pPr>
            <a:lvl5pPr marL="2015155" indent="0">
              <a:buNone/>
              <a:defRPr sz="1763"/>
            </a:lvl5pPr>
            <a:lvl6pPr marL="2518943" indent="0">
              <a:buNone/>
              <a:defRPr sz="1763"/>
            </a:lvl6pPr>
            <a:lvl7pPr marL="3022732" indent="0">
              <a:buNone/>
              <a:defRPr sz="1763"/>
            </a:lvl7pPr>
            <a:lvl8pPr marL="3526521" indent="0">
              <a:buNone/>
              <a:defRPr sz="1763"/>
            </a:lvl8pPr>
            <a:lvl9pPr marL="4030309" indent="0">
              <a:buNone/>
              <a:defRPr sz="1763"/>
            </a:lvl9pPr>
          </a:lstStyle>
          <a:p>
            <a:r>
              <a:rPr lang="en-US"/>
              <a:t>Click icon to add picture</a:t>
            </a:r>
            <a:endParaRPr lang="en-US" dirty="0"/>
          </a:p>
        </p:txBody>
      </p:sp>
      <p:sp>
        <p:nvSpPr>
          <p:cNvPr id="4" name="Text Placeholder 3"/>
          <p:cNvSpPr>
            <a:spLocks noGrp="1"/>
          </p:cNvSpPr>
          <p:nvPr>
            <p:ph type="body" sz="half" idx="2"/>
          </p:nvPr>
        </p:nvSpPr>
        <p:spPr>
          <a:xfrm>
            <a:off x="1376279" y="5930335"/>
            <a:ext cx="7950742" cy="543997"/>
          </a:xfrm>
        </p:spPr>
        <p:txBody>
          <a:bodyPr anchor="t">
            <a:normAutofit/>
          </a:bodyPr>
          <a:lstStyle>
            <a:lvl1pPr marL="0" indent="0" algn="ctr">
              <a:buNone/>
              <a:defRPr sz="1763"/>
            </a:lvl1pPr>
            <a:lvl2pPr marL="503789" indent="0">
              <a:buNone/>
              <a:defRPr sz="1322"/>
            </a:lvl2pPr>
            <a:lvl3pPr marL="1007577" indent="0">
              <a:buNone/>
              <a:defRPr sz="1102"/>
            </a:lvl3pPr>
            <a:lvl4pPr marL="1511366" indent="0">
              <a:buNone/>
              <a:defRPr sz="992"/>
            </a:lvl4pPr>
            <a:lvl5pPr marL="2015155" indent="0">
              <a:buNone/>
              <a:defRPr sz="992"/>
            </a:lvl5pPr>
            <a:lvl6pPr marL="2518943" indent="0">
              <a:buNone/>
              <a:defRPr sz="992"/>
            </a:lvl6pPr>
            <a:lvl7pPr marL="3022732" indent="0">
              <a:buNone/>
              <a:defRPr sz="992"/>
            </a:lvl7pPr>
            <a:lvl8pPr marL="3526521" indent="0">
              <a:buNone/>
              <a:defRPr sz="992"/>
            </a:lvl8pPr>
            <a:lvl9pPr marL="4030309" indent="0">
              <a:buNone/>
              <a:defRPr sz="992"/>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11/28/2025</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26234352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76279" y="999240"/>
            <a:ext cx="7950742" cy="3413383"/>
          </a:xfrm>
        </p:spPr>
        <p:txBody>
          <a:bodyPr anchor="ctr">
            <a:normAutofit/>
          </a:bodyPr>
          <a:lstStyle>
            <a:lvl1pPr algn="ctr">
              <a:defRPr sz="3526" b="0" cap="none"/>
            </a:lvl1pPr>
          </a:lstStyle>
          <a:p>
            <a:r>
              <a:rPr lang="en-US"/>
              <a:t>Click to edit Master title style</a:t>
            </a:r>
            <a:endParaRPr lang="en-US" dirty="0"/>
          </a:p>
        </p:txBody>
      </p:sp>
      <p:sp>
        <p:nvSpPr>
          <p:cNvPr id="3" name="Text Placeholder 2"/>
          <p:cNvSpPr>
            <a:spLocks noGrp="1"/>
          </p:cNvSpPr>
          <p:nvPr>
            <p:ph type="body" idx="1"/>
          </p:nvPr>
        </p:nvSpPr>
        <p:spPr>
          <a:xfrm>
            <a:off x="1376278" y="4711150"/>
            <a:ext cx="7950744" cy="1763186"/>
          </a:xfrm>
        </p:spPr>
        <p:txBody>
          <a:bodyPr anchor="ctr">
            <a:normAutofit/>
          </a:bodyPr>
          <a:lstStyle>
            <a:lvl1pPr marL="0" indent="0" algn="ctr">
              <a:buNone/>
              <a:defRPr sz="2204">
                <a:solidFill>
                  <a:schemeClr val="tx1"/>
                </a:solidFill>
              </a:defRPr>
            </a:lvl1pPr>
            <a:lvl2pPr marL="503789" indent="0">
              <a:buNone/>
              <a:defRPr sz="1983">
                <a:solidFill>
                  <a:schemeClr val="tx1">
                    <a:tint val="75000"/>
                  </a:schemeClr>
                </a:solidFill>
              </a:defRPr>
            </a:lvl2pPr>
            <a:lvl3pPr marL="1007577" indent="0">
              <a:buNone/>
              <a:defRPr sz="1763">
                <a:solidFill>
                  <a:schemeClr val="tx1">
                    <a:tint val="75000"/>
                  </a:schemeClr>
                </a:solidFill>
              </a:defRPr>
            </a:lvl3pPr>
            <a:lvl4pPr marL="1511366" indent="0">
              <a:buNone/>
              <a:defRPr sz="1543">
                <a:solidFill>
                  <a:schemeClr val="tx1">
                    <a:tint val="75000"/>
                  </a:schemeClr>
                </a:solidFill>
              </a:defRPr>
            </a:lvl4pPr>
            <a:lvl5pPr marL="2015155" indent="0">
              <a:buNone/>
              <a:defRPr sz="1543">
                <a:solidFill>
                  <a:schemeClr val="tx1">
                    <a:tint val="75000"/>
                  </a:schemeClr>
                </a:solidFill>
              </a:defRPr>
            </a:lvl5pPr>
            <a:lvl6pPr marL="2518943" indent="0">
              <a:buNone/>
              <a:defRPr sz="1543">
                <a:solidFill>
                  <a:schemeClr val="tx1">
                    <a:tint val="75000"/>
                  </a:schemeClr>
                </a:solidFill>
              </a:defRPr>
            </a:lvl6pPr>
            <a:lvl7pPr marL="3022732" indent="0">
              <a:buNone/>
              <a:defRPr sz="1543">
                <a:solidFill>
                  <a:schemeClr val="tx1">
                    <a:tint val="75000"/>
                  </a:schemeClr>
                </a:solidFill>
              </a:defRPr>
            </a:lvl7pPr>
            <a:lvl8pPr marL="3526521" indent="0">
              <a:buNone/>
              <a:defRPr sz="1543">
                <a:solidFill>
                  <a:schemeClr val="tx1">
                    <a:tint val="75000"/>
                  </a:schemeClr>
                </a:solidFill>
              </a:defRPr>
            </a:lvl8pPr>
            <a:lvl9pPr marL="4030309" indent="0">
              <a:buNone/>
              <a:defRPr sz="154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11/28/2025</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cxnSp>
        <p:nvCxnSpPr>
          <p:cNvPr id="15" name="Straight Connector 14"/>
          <p:cNvCxnSpPr/>
          <p:nvPr/>
        </p:nvCxnSpPr>
        <p:spPr>
          <a:xfrm>
            <a:off x="1495094" y="4561886"/>
            <a:ext cx="7725847"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117839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60428" y="1082164"/>
            <a:ext cx="7484737" cy="2612125"/>
          </a:xfrm>
        </p:spPr>
        <p:txBody>
          <a:bodyPr anchor="ctr">
            <a:normAutofit/>
          </a:bodyPr>
          <a:lstStyle>
            <a:lvl1pPr algn="ctr">
              <a:defRPr sz="3526"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871345" y="3694288"/>
            <a:ext cx="6891300" cy="718334"/>
          </a:xfrm>
        </p:spPr>
        <p:txBody>
          <a:bodyPr anchor="ctr">
            <a:normAutofit/>
          </a:bodyPr>
          <a:lstStyle>
            <a:lvl1pPr marL="0" indent="0" algn="r">
              <a:buFontTx/>
              <a:buNone/>
              <a:defRPr sz="1983"/>
            </a:lvl1pPr>
            <a:lvl2pPr marL="503789" indent="0">
              <a:buFontTx/>
              <a:buNone/>
              <a:defRPr/>
            </a:lvl2pPr>
            <a:lvl3pPr marL="1007577" indent="0">
              <a:buFontTx/>
              <a:buNone/>
              <a:defRPr/>
            </a:lvl3pPr>
            <a:lvl4pPr marL="1511366" indent="0">
              <a:buFontTx/>
              <a:buNone/>
              <a:defRPr/>
            </a:lvl4pPr>
            <a:lvl5pPr marL="2015155" indent="0">
              <a:buFontTx/>
              <a:buNone/>
              <a:defRPr/>
            </a:lvl5pPr>
          </a:lstStyle>
          <a:p>
            <a:pPr lvl="0"/>
            <a:r>
              <a:rPr lang="en-US"/>
              <a:t>Click to edit Master text styles</a:t>
            </a:r>
          </a:p>
        </p:txBody>
      </p:sp>
      <p:sp>
        <p:nvSpPr>
          <p:cNvPr id="3" name="Text Placeholder 2"/>
          <p:cNvSpPr>
            <a:spLocks noGrp="1"/>
          </p:cNvSpPr>
          <p:nvPr>
            <p:ph type="body" idx="1"/>
          </p:nvPr>
        </p:nvSpPr>
        <p:spPr>
          <a:xfrm>
            <a:off x="1376276" y="4785784"/>
            <a:ext cx="7950746" cy="1688552"/>
          </a:xfrm>
        </p:spPr>
        <p:txBody>
          <a:bodyPr anchor="ctr">
            <a:normAutofit/>
          </a:bodyPr>
          <a:lstStyle>
            <a:lvl1pPr marL="0" indent="0" algn="ctr">
              <a:buNone/>
              <a:defRPr sz="2204">
                <a:solidFill>
                  <a:schemeClr val="tx1"/>
                </a:solidFill>
              </a:defRPr>
            </a:lvl1pPr>
            <a:lvl2pPr marL="503789" indent="0">
              <a:buNone/>
              <a:defRPr sz="1983">
                <a:solidFill>
                  <a:schemeClr val="tx1">
                    <a:tint val="75000"/>
                  </a:schemeClr>
                </a:solidFill>
              </a:defRPr>
            </a:lvl2pPr>
            <a:lvl3pPr marL="1007577" indent="0">
              <a:buNone/>
              <a:defRPr sz="1763">
                <a:solidFill>
                  <a:schemeClr val="tx1">
                    <a:tint val="75000"/>
                  </a:schemeClr>
                </a:solidFill>
              </a:defRPr>
            </a:lvl3pPr>
            <a:lvl4pPr marL="1511366" indent="0">
              <a:buNone/>
              <a:defRPr sz="1543">
                <a:solidFill>
                  <a:schemeClr val="tx1">
                    <a:tint val="75000"/>
                  </a:schemeClr>
                </a:solidFill>
              </a:defRPr>
            </a:lvl4pPr>
            <a:lvl5pPr marL="2015155" indent="0">
              <a:buNone/>
              <a:defRPr sz="1543">
                <a:solidFill>
                  <a:schemeClr val="tx1">
                    <a:tint val="75000"/>
                  </a:schemeClr>
                </a:solidFill>
              </a:defRPr>
            </a:lvl5pPr>
            <a:lvl6pPr marL="2518943" indent="0">
              <a:buNone/>
              <a:defRPr sz="1543">
                <a:solidFill>
                  <a:schemeClr val="tx1">
                    <a:tint val="75000"/>
                  </a:schemeClr>
                </a:solidFill>
              </a:defRPr>
            </a:lvl6pPr>
            <a:lvl7pPr marL="3022732" indent="0">
              <a:buNone/>
              <a:defRPr sz="1543">
                <a:solidFill>
                  <a:schemeClr val="tx1">
                    <a:tint val="75000"/>
                  </a:schemeClr>
                </a:solidFill>
              </a:defRPr>
            </a:lvl7pPr>
            <a:lvl8pPr marL="3526521" indent="0">
              <a:buNone/>
              <a:defRPr sz="1543">
                <a:solidFill>
                  <a:schemeClr val="tx1">
                    <a:tint val="75000"/>
                  </a:schemeClr>
                </a:solidFill>
              </a:defRPr>
            </a:lvl8pPr>
            <a:lvl9pPr marL="4030309" indent="0">
              <a:buNone/>
              <a:defRPr sz="154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11/28/2025</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
        <p:nvSpPr>
          <p:cNvPr id="14" name="TextBox 13"/>
          <p:cNvSpPr txBox="1"/>
          <p:nvPr/>
        </p:nvSpPr>
        <p:spPr>
          <a:xfrm>
            <a:off x="993992" y="997575"/>
            <a:ext cx="534809" cy="644337"/>
          </a:xfrm>
          <a:prstGeom prst="rect">
            <a:avLst/>
          </a:prstGeom>
        </p:spPr>
        <p:txBody>
          <a:bodyPr vert="horz" lIns="100753" tIns="50377" rIns="100753" bIns="50377" rtlCol="0" anchor="ctr">
            <a:noAutofit/>
          </a:bodyPr>
          <a:lstStyle/>
          <a:p>
            <a:pPr lvl="0"/>
            <a:r>
              <a:rPr lang="en-US" sz="7934" dirty="0">
                <a:solidFill>
                  <a:schemeClr val="tx1"/>
                </a:solidFill>
                <a:effectLst/>
              </a:rPr>
              <a:t>“</a:t>
            </a:r>
          </a:p>
        </p:txBody>
      </p:sp>
      <p:sp>
        <p:nvSpPr>
          <p:cNvPr id="15" name="TextBox 14"/>
          <p:cNvSpPr txBox="1"/>
          <p:nvPr/>
        </p:nvSpPr>
        <p:spPr>
          <a:xfrm>
            <a:off x="8926958" y="3115894"/>
            <a:ext cx="534809" cy="644337"/>
          </a:xfrm>
          <a:prstGeom prst="rect">
            <a:avLst/>
          </a:prstGeom>
        </p:spPr>
        <p:txBody>
          <a:bodyPr vert="horz" lIns="100753" tIns="50377" rIns="100753" bIns="50377" rtlCol="0" anchor="ctr">
            <a:noAutofit/>
          </a:bodyPr>
          <a:lstStyle/>
          <a:p>
            <a:pPr lvl="0" algn="r"/>
            <a:r>
              <a:rPr lang="en-US" sz="7934" dirty="0">
                <a:solidFill>
                  <a:schemeClr val="tx1"/>
                </a:solidFill>
                <a:effectLst/>
              </a:rPr>
              <a:t>”</a:t>
            </a:r>
          </a:p>
        </p:txBody>
      </p:sp>
      <p:cxnSp>
        <p:nvCxnSpPr>
          <p:cNvPr id="19" name="Straight Connector 18"/>
          <p:cNvCxnSpPr/>
          <p:nvPr/>
        </p:nvCxnSpPr>
        <p:spPr>
          <a:xfrm>
            <a:off x="1495095" y="4561886"/>
            <a:ext cx="7713111"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384769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376283" y="3645566"/>
            <a:ext cx="7950735" cy="1618400"/>
          </a:xfrm>
        </p:spPr>
        <p:txBody>
          <a:bodyPr anchor="b">
            <a:normAutofit/>
          </a:bodyPr>
          <a:lstStyle>
            <a:lvl1pPr algn="l">
              <a:defRPr sz="3526" b="0" cap="none"/>
            </a:lvl1pPr>
          </a:lstStyle>
          <a:p>
            <a:r>
              <a:rPr lang="en-US"/>
              <a:t>Click to edit Master title style</a:t>
            </a:r>
            <a:endParaRPr lang="en-US" dirty="0"/>
          </a:p>
        </p:txBody>
      </p:sp>
      <p:sp>
        <p:nvSpPr>
          <p:cNvPr id="3" name="Text Placeholder 2"/>
          <p:cNvSpPr>
            <a:spLocks noGrp="1"/>
          </p:cNvSpPr>
          <p:nvPr>
            <p:ph type="body" idx="1"/>
          </p:nvPr>
        </p:nvSpPr>
        <p:spPr>
          <a:xfrm>
            <a:off x="1376282" y="5263966"/>
            <a:ext cx="7950737" cy="948033"/>
          </a:xfrm>
        </p:spPr>
        <p:txBody>
          <a:bodyPr anchor="t">
            <a:normAutofit/>
          </a:bodyPr>
          <a:lstStyle>
            <a:lvl1pPr marL="0" indent="0" algn="l">
              <a:buNone/>
              <a:defRPr sz="1983">
                <a:solidFill>
                  <a:schemeClr val="tx1"/>
                </a:solidFill>
              </a:defRPr>
            </a:lvl1pPr>
            <a:lvl2pPr marL="503789" indent="0">
              <a:buNone/>
              <a:defRPr sz="1983">
                <a:solidFill>
                  <a:schemeClr val="tx1">
                    <a:tint val="75000"/>
                  </a:schemeClr>
                </a:solidFill>
              </a:defRPr>
            </a:lvl2pPr>
            <a:lvl3pPr marL="1007577" indent="0">
              <a:buNone/>
              <a:defRPr sz="1763">
                <a:solidFill>
                  <a:schemeClr val="tx1">
                    <a:tint val="75000"/>
                  </a:schemeClr>
                </a:solidFill>
              </a:defRPr>
            </a:lvl3pPr>
            <a:lvl4pPr marL="1511366" indent="0">
              <a:buNone/>
              <a:defRPr sz="1543">
                <a:solidFill>
                  <a:schemeClr val="tx1">
                    <a:tint val="75000"/>
                  </a:schemeClr>
                </a:solidFill>
              </a:defRPr>
            </a:lvl4pPr>
            <a:lvl5pPr marL="2015155" indent="0">
              <a:buNone/>
              <a:defRPr sz="1543">
                <a:solidFill>
                  <a:schemeClr val="tx1">
                    <a:tint val="75000"/>
                  </a:schemeClr>
                </a:solidFill>
              </a:defRPr>
            </a:lvl5pPr>
            <a:lvl6pPr marL="2518943" indent="0">
              <a:buNone/>
              <a:defRPr sz="1543">
                <a:solidFill>
                  <a:schemeClr val="tx1">
                    <a:tint val="75000"/>
                  </a:schemeClr>
                </a:solidFill>
              </a:defRPr>
            </a:lvl6pPr>
            <a:lvl7pPr marL="3022732" indent="0">
              <a:buNone/>
              <a:defRPr sz="1543">
                <a:solidFill>
                  <a:schemeClr val="tx1">
                    <a:tint val="75000"/>
                  </a:schemeClr>
                </a:solidFill>
              </a:defRPr>
            </a:lvl7pPr>
            <a:lvl8pPr marL="3526521" indent="0">
              <a:buNone/>
              <a:defRPr sz="1543">
                <a:solidFill>
                  <a:schemeClr val="tx1">
                    <a:tint val="75000"/>
                  </a:schemeClr>
                </a:solidFill>
              </a:defRPr>
            </a:lvl8pPr>
            <a:lvl9pPr marL="4030309" indent="0">
              <a:buNone/>
              <a:defRPr sz="154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11/28/2025</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28002339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648234" y="1082164"/>
            <a:ext cx="7396933" cy="2472190"/>
          </a:xfrm>
        </p:spPr>
        <p:txBody>
          <a:bodyPr anchor="ctr">
            <a:normAutofit/>
          </a:bodyPr>
          <a:lstStyle>
            <a:lvl1pPr algn="ctr">
              <a:defRPr sz="3526" b="0" cap="none">
                <a:solidFill>
                  <a:schemeClr val="tx1"/>
                </a:solidFill>
              </a:defRPr>
            </a:lvl1pPr>
          </a:lstStyle>
          <a:p>
            <a:r>
              <a:rPr lang="en-US"/>
              <a:t>Click to edit Master title style</a:t>
            </a:r>
            <a:endParaRPr lang="en-US" dirty="0"/>
          </a:p>
        </p:txBody>
      </p:sp>
      <p:sp>
        <p:nvSpPr>
          <p:cNvPr id="18" name="Text Placeholder 2"/>
          <p:cNvSpPr>
            <a:spLocks noGrp="1"/>
          </p:cNvSpPr>
          <p:nvPr>
            <p:ph type="body" idx="13"/>
          </p:nvPr>
        </p:nvSpPr>
        <p:spPr>
          <a:xfrm>
            <a:off x="1376282" y="4009983"/>
            <a:ext cx="7950737" cy="977307"/>
          </a:xfrm>
        </p:spPr>
        <p:txBody>
          <a:bodyPr anchor="b">
            <a:normAutofit/>
          </a:bodyPr>
          <a:lstStyle>
            <a:lvl1pPr marL="0" indent="0" algn="l">
              <a:spcBef>
                <a:spcPts val="0"/>
              </a:spcBef>
              <a:buNone/>
              <a:defRPr sz="2204">
                <a:solidFill>
                  <a:schemeClr val="tx1"/>
                </a:solidFill>
              </a:defRPr>
            </a:lvl1pPr>
            <a:lvl2pPr marL="503789" indent="0">
              <a:buNone/>
              <a:defRPr sz="1983">
                <a:solidFill>
                  <a:schemeClr val="tx1">
                    <a:tint val="75000"/>
                  </a:schemeClr>
                </a:solidFill>
              </a:defRPr>
            </a:lvl2pPr>
            <a:lvl3pPr marL="1007577" indent="0">
              <a:buNone/>
              <a:defRPr sz="1763">
                <a:solidFill>
                  <a:schemeClr val="tx1">
                    <a:tint val="75000"/>
                  </a:schemeClr>
                </a:solidFill>
              </a:defRPr>
            </a:lvl3pPr>
            <a:lvl4pPr marL="1511366" indent="0">
              <a:buNone/>
              <a:defRPr sz="1543">
                <a:solidFill>
                  <a:schemeClr val="tx1">
                    <a:tint val="75000"/>
                  </a:schemeClr>
                </a:solidFill>
              </a:defRPr>
            </a:lvl4pPr>
            <a:lvl5pPr marL="2015155" indent="0">
              <a:buNone/>
              <a:defRPr sz="1543">
                <a:solidFill>
                  <a:schemeClr val="tx1">
                    <a:tint val="75000"/>
                  </a:schemeClr>
                </a:solidFill>
              </a:defRPr>
            </a:lvl5pPr>
            <a:lvl6pPr marL="2518943" indent="0">
              <a:buNone/>
              <a:defRPr sz="1543">
                <a:solidFill>
                  <a:schemeClr val="tx1">
                    <a:tint val="75000"/>
                  </a:schemeClr>
                </a:solidFill>
              </a:defRPr>
            </a:lvl6pPr>
            <a:lvl7pPr marL="3022732" indent="0">
              <a:buNone/>
              <a:defRPr sz="1543">
                <a:solidFill>
                  <a:schemeClr val="tx1">
                    <a:tint val="75000"/>
                  </a:schemeClr>
                </a:solidFill>
              </a:defRPr>
            </a:lvl7pPr>
            <a:lvl8pPr marL="3526521" indent="0">
              <a:buNone/>
              <a:defRPr sz="1543">
                <a:solidFill>
                  <a:schemeClr val="tx1">
                    <a:tint val="75000"/>
                  </a:schemeClr>
                </a:solidFill>
              </a:defRPr>
            </a:lvl8pPr>
            <a:lvl9pPr marL="4030309" indent="0">
              <a:buNone/>
              <a:defRPr sz="1543">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376278" y="4991022"/>
            <a:ext cx="7950744" cy="1483313"/>
          </a:xfrm>
        </p:spPr>
        <p:txBody>
          <a:bodyPr anchor="t">
            <a:normAutofit/>
          </a:bodyPr>
          <a:lstStyle>
            <a:lvl1pPr marL="0" indent="0" algn="l">
              <a:buNone/>
              <a:defRPr sz="1763">
                <a:solidFill>
                  <a:schemeClr val="tx1"/>
                </a:solidFill>
              </a:defRPr>
            </a:lvl1pPr>
            <a:lvl2pPr marL="503789" indent="0">
              <a:buNone/>
              <a:defRPr sz="1763">
                <a:solidFill>
                  <a:schemeClr val="tx1">
                    <a:tint val="75000"/>
                  </a:schemeClr>
                </a:solidFill>
              </a:defRPr>
            </a:lvl2pPr>
            <a:lvl3pPr marL="1007577" indent="0">
              <a:buNone/>
              <a:defRPr sz="1763">
                <a:solidFill>
                  <a:schemeClr val="tx1">
                    <a:tint val="75000"/>
                  </a:schemeClr>
                </a:solidFill>
              </a:defRPr>
            </a:lvl3pPr>
            <a:lvl4pPr marL="1511366" indent="0">
              <a:buNone/>
              <a:defRPr sz="1543">
                <a:solidFill>
                  <a:schemeClr val="tx1">
                    <a:tint val="75000"/>
                  </a:schemeClr>
                </a:solidFill>
              </a:defRPr>
            </a:lvl4pPr>
            <a:lvl5pPr marL="2015155" indent="0">
              <a:buNone/>
              <a:defRPr sz="1543">
                <a:solidFill>
                  <a:schemeClr val="tx1">
                    <a:tint val="75000"/>
                  </a:schemeClr>
                </a:solidFill>
              </a:defRPr>
            </a:lvl5pPr>
            <a:lvl6pPr marL="2518943" indent="0">
              <a:buNone/>
              <a:defRPr sz="1543">
                <a:solidFill>
                  <a:schemeClr val="tx1">
                    <a:tint val="75000"/>
                  </a:schemeClr>
                </a:solidFill>
              </a:defRPr>
            </a:lvl6pPr>
            <a:lvl7pPr marL="3022732" indent="0">
              <a:buNone/>
              <a:defRPr sz="1543">
                <a:solidFill>
                  <a:schemeClr val="tx1">
                    <a:tint val="75000"/>
                  </a:schemeClr>
                </a:solidFill>
              </a:defRPr>
            </a:lvl7pPr>
            <a:lvl8pPr marL="3526521" indent="0">
              <a:buNone/>
              <a:defRPr sz="1543">
                <a:solidFill>
                  <a:schemeClr val="tx1">
                    <a:tint val="75000"/>
                  </a:schemeClr>
                </a:solidFill>
              </a:defRPr>
            </a:lvl8pPr>
            <a:lvl9pPr marL="4030309" indent="0">
              <a:buNone/>
              <a:defRPr sz="154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11/28/2025</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
        <p:nvSpPr>
          <p:cNvPr id="12" name="TextBox 11"/>
          <p:cNvSpPr txBox="1"/>
          <p:nvPr/>
        </p:nvSpPr>
        <p:spPr>
          <a:xfrm>
            <a:off x="1026843" y="988245"/>
            <a:ext cx="534809" cy="644337"/>
          </a:xfrm>
          <a:prstGeom prst="rect">
            <a:avLst/>
          </a:prstGeom>
        </p:spPr>
        <p:txBody>
          <a:bodyPr vert="horz" lIns="100753" tIns="50377" rIns="100753" bIns="50377" rtlCol="0" anchor="ctr">
            <a:noAutofit/>
          </a:bodyPr>
          <a:lstStyle/>
          <a:p>
            <a:pPr lvl="0"/>
            <a:r>
              <a:rPr lang="en-US" sz="8815" dirty="0">
                <a:solidFill>
                  <a:schemeClr val="tx1"/>
                </a:solidFill>
                <a:effectLst/>
              </a:rPr>
              <a:t>“</a:t>
            </a:r>
          </a:p>
        </p:txBody>
      </p:sp>
      <p:sp>
        <p:nvSpPr>
          <p:cNvPr id="13" name="TextBox 12"/>
          <p:cNvSpPr txBox="1"/>
          <p:nvPr/>
        </p:nvSpPr>
        <p:spPr>
          <a:xfrm>
            <a:off x="8946012" y="2873330"/>
            <a:ext cx="534809" cy="644337"/>
          </a:xfrm>
          <a:prstGeom prst="rect">
            <a:avLst/>
          </a:prstGeom>
        </p:spPr>
        <p:txBody>
          <a:bodyPr vert="horz" lIns="100753" tIns="50377" rIns="100753" bIns="50377" rtlCol="0" anchor="ctr">
            <a:noAutofit/>
          </a:bodyPr>
          <a:lstStyle/>
          <a:p>
            <a:pPr lvl="0" algn="r"/>
            <a:r>
              <a:rPr lang="en-US" sz="8815" dirty="0">
                <a:solidFill>
                  <a:schemeClr val="tx1"/>
                </a:solidFill>
                <a:effectLst/>
              </a:rPr>
              <a:t>”</a:t>
            </a:r>
          </a:p>
        </p:txBody>
      </p:sp>
      <p:cxnSp>
        <p:nvCxnSpPr>
          <p:cNvPr id="26" name="Straight Connector 25"/>
          <p:cNvCxnSpPr/>
          <p:nvPr/>
        </p:nvCxnSpPr>
        <p:spPr>
          <a:xfrm>
            <a:off x="1495095" y="3778250"/>
            <a:ext cx="7713111"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402138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376278" y="1082163"/>
            <a:ext cx="7950742" cy="2528163"/>
          </a:xfrm>
        </p:spPr>
        <p:txBody>
          <a:bodyPr vert="horz" lIns="91440" tIns="45720" rIns="91440" bIns="45720" rtlCol="0" anchor="ctr">
            <a:normAutofit/>
          </a:bodyPr>
          <a:lstStyle>
            <a:lvl1pPr>
              <a:defRPr lang="en-US" sz="3526" b="0" dirty="0"/>
            </a:lvl1pPr>
          </a:lstStyle>
          <a:p>
            <a:pPr marL="0" lvl="0"/>
            <a:r>
              <a:rPr lang="en-US"/>
              <a:t>Click to edit Master title style</a:t>
            </a:r>
            <a:endParaRPr lang="en-US" dirty="0"/>
          </a:p>
        </p:txBody>
      </p:sp>
      <p:sp>
        <p:nvSpPr>
          <p:cNvPr id="14" name="Text Placeholder 2"/>
          <p:cNvSpPr>
            <a:spLocks noGrp="1"/>
          </p:cNvSpPr>
          <p:nvPr>
            <p:ph type="body" idx="13"/>
          </p:nvPr>
        </p:nvSpPr>
        <p:spPr>
          <a:xfrm>
            <a:off x="1376282" y="3929380"/>
            <a:ext cx="7950737" cy="997458"/>
          </a:xfrm>
        </p:spPr>
        <p:txBody>
          <a:bodyPr anchor="b">
            <a:normAutofit/>
          </a:bodyPr>
          <a:lstStyle>
            <a:lvl1pPr marL="0" indent="0" algn="l">
              <a:spcBef>
                <a:spcPts val="0"/>
              </a:spcBef>
              <a:buNone/>
              <a:defRPr sz="2204">
                <a:solidFill>
                  <a:schemeClr val="tx1"/>
                </a:solidFill>
              </a:defRPr>
            </a:lvl1pPr>
            <a:lvl2pPr marL="503789" indent="0">
              <a:buNone/>
              <a:defRPr sz="1983">
                <a:solidFill>
                  <a:schemeClr val="tx1">
                    <a:tint val="75000"/>
                  </a:schemeClr>
                </a:solidFill>
              </a:defRPr>
            </a:lvl2pPr>
            <a:lvl3pPr marL="1007577" indent="0">
              <a:buNone/>
              <a:defRPr sz="1763">
                <a:solidFill>
                  <a:schemeClr val="tx1">
                    <a:tint val="75000"/>
                  </a:schemeClr>
                </a:solidFill>
              </a:defRPr>
            </a:lvl3pPr>
            <a:lvl4pPr marL="1511366" indent="0">
              <a:buNone/>
              <a:defRPr sz="1543">
                <a:solidFill>
                  <a:schemeClr val="tx1">
                    <a:tint val="75000"/>
                  </a:schemeClr>
                </a:solidFill>
              </a:defRPr>
            </a:lvl4pPr>
            <a:lvl5pPr marL="2015155" indent="0">
              <a:buNone/>
              <a:defRPr sz="1543">
                <a:solidFill>
                  <a:schemeClr val="tx1">
                    <a:tint val="75000"/>
                  </a:schemeClr>
                </a:solidFill>
              </a:defRPr>
            </a:lvl5pPr>
            <a:lvl6pPr marL="2518943" indent="0">
              <a:buNone/>
              <a:defRPr sz="1543">
                <a:solidFill>
                  <a:schemeClr val="tx1">
                    <a:tint val="75000"/>
                  </a:schemeClr>
                </a:solidFill>
              </a:defRPr>
            </a:lvl6pPr>
            <a:lvl7pPr marL="3022732" indent="0">
              <a:buNone/>
              <a:defRPr sz="1543">
                <a:solidFill>
                  <a:schemeClr val="tx1">
                    <a:tint val="75000"/>
                  </a:schemeClr>
                </a:solidFill>
              </a:defRPr>
            </a:lvl7pPr>
            <a:lvl8pPr marL="3526521" indent="0">
              <a:buNone/>
              <a:defRPr sz="1543">
                <a:solidFill>
                  <a:schemeClr val="tx1">
                    <a:tint val="75000"/>
                  </a:schemeClr>
                </a:solidFill>
              </a:defRPr>
            </a:lvl8pPr>
            <a:lvl9pPr marL="4030309" indent="0">
              <a:buNone/>
              <a:defRPr sz="1543">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376279" y="4925719"/>
            <a:ext cx="7950742" cy="1548616"/>
          </a:xfrm>
        </p:spPr>
        <p:txBody>
          <a:bodyPr anchor="t">
            <a:normAutofit/>
          </a:bodyPr>
          <a:lstStyle>
            <a:lvl1pPr marL="0" indent="0" algn="l">
              <a:buNone/>
              <a:defRPr sz="1763">
                <a:solidFill>
                  <a:schemeClr val="tx1"/>
                </a:solidFill>
              </a:defRPr>
            </a:lvl1pPr>
            <a:lvl2pPr marL="503789" indent="0">
              <a:buNone/>
              <a:defRPr sz="1763">
                <a:solidFill>
                  <a:schemeClr val="tx1">
                    <a:tint val="75000"/>
                  </a:schemeClr>
                </a:solidFill>
              </a:defRPr>
            </a:lvl2pPr>
            <a:lvl3pPr marL="1007577" indent="0">
              <a:buNone/>
              <a:defRPr sz="1763">
                <a:solidFill>
                  <a:schemeClr val="tx1">
                    <a:tint val="75000"/>
                  </a:schemeClr>
                </a:solidFill>
              </a:defRPr>
            </a:lvl3pPr>
            <a:lvl4pPr marL="1511366" indent="0">
              <a:buNone/>
              <a:defRPr sz="1543">
                <a:solidFill>
                  <a:schemeClr val="tx1">
                    <a:tint val="75000"/>
                  </a:schemeClr>
                </a:solidFill>
              </a:defRPr>
            </a:lvl4pPr>
            <a:lvl5pPr marL="2015155" indent="0">
              <a:buNone/>
              <a:defRPr sz="1543">
                <a:solidFill>
                  <a:schemeClr val="tx1">
                    <a:tint val="75000"/>
                  </a:schemeClr>
                </a:solidFill>
              </a:defRPr>
            </a:lvl5pPr>
            <a:lvl6pPr marL="2518943" indent="0">
              <a:buNone/>
              <a:defRPr sz="1543">
                <a:solidFill>
                  <a:schemeClr val="tx1">
                    <a:tint val="75000"/>
                  </a:schemeClr>
                </a:solidFill>
              </a:defRPr>
            </a:lvl6pPr>
            <a:lvl7pPr marL="3022732" indent="0">
              <a:buNone/>
              <a:defRPr sz="1543">
                <a:solidFill>
                  <a:schemeClr val="tx1">
                    <a:tint val="75000"/>
                  </a:schemeClr>
                </a:solidFill>
              </a:defRPr>
            </a:lvl7pPr>
            <a:lvl8pPr marL="3526521" indent="0">
              <a:buNone/>
              <a:defRPr sz="1543">
                <a:solidFill>
                  <a:schemeClr val="tx1">
                    <a:tint val="75000"/>
                  </a:schemeClr>
                </a:solidFill>
              </a:defRPr>
            </a:lvl8pPr>
            <a:lvl9pPr marL="4030309" indent="0">
              <a:buNone/>
              <a:defRPr sz="154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11/28/2025</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cxnSp>
        <p:nvCxnSpPr>
          <p:cNvPr id="15" name="Straight Connector 14"/>
          <p:cNvCxnSpPr/>
          <p:nvPr/>
        </p:nvCxnSpPr>
        <p:spPr>
          <a:xfrm>
            <a:off x="1495099" y="3778250"/>
            <a:ext cx="7725842"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38644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376278" y="2743761"/>
            <a:ext cx="7950744" cy="373057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11/28/2025</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cxnSp>
        <p:nvCxnSpPr>
          <p:cNvPr id="14" name="Straight Connector 13"/>
          <p:cNvCxnSpPr/>
          <p:nvPr/>
        </p:nvCxnSpPr>
        <p:spPr>
          <a:xfrm>
            <a:off x="1495095" y="2594498"/>
            <a:ext cx="7725846"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7475774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433769" y="999240"/>
            <a:ext cx="1893249" cy="547509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76281" y="999240"/>
            <a:ext cx="5748415" cy="547509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11/28/2025</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cxnSp>
        <p:nvCxnSpPr>
          <p:cNvPr id="14" name="Straight Connector 13"/>
          <p:cNvCxnSpPr/>
          <p:nvPr/>
        </p:nvCxnSpPr>
        <p:spPr>
          <a:xfrm>
            <a:off x="7303779" y="999240"/>
            <a:ext cx="0" cy="5475094"/>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328182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0" y="0"/>
            <a:ext cx="10703302" cy="7556500"/>
            <a:chOff x="0" y="0"/>
            <a:chExt cx="9152467" cy="6858000"/>
          </a:xfrm>
        </p:grpSpPr>
        <p:pic>
          <p:nvPicPr>
            <p:cNvPr id="8" name="Picture 7" descr="SD-PanelContent.png"/>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9" name="Rectangle 8"/>
            <p:cNvSpPr/>
            <p:nvPr/>
          </p:nvSpPr>
          <p:spPr>
            <a:xfrm>
              <a:off x="553888" y="542807"/>
              <a:ext cx="8039776" cy="5756392"/>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1">
              <a:extLst>
                <a:ext uri="{28A0092B-C50C-407E-A947-70E740481C1C}">
                  <a14:useLocalDpi xmlns:a14="http://schemas.microsoft.com/office/drawing/2010/main" val="0"/>
                </a:ext>
              </a:extLst>
            </a:blip>
            <a:srcRect l="1" r="14240"/>
            <a:stretch/>
          </p:blipFill>
          <p:spPr>
            <a:xfrm>
              <a:off x="0" y="3128434"/>
              <a:ext cx="685800" cy="606425"/>
            </a:xfrm>
            <a:prstGeom prst="rect">
              <a:avLst/>
            </a:prstGeom>
          </p:spPr>
        </p:pic>
        <p:pic>
          <p:nvPicPr>
            <p:cNvPr id="11" name="Picture 10" descr="HDRibbonContent-UniformTrim.png"/>
            <p:cNvPicPr>
              <a:picLocks noChangeAspect="1"/>
            </p:cNvPicPr>
            <p:nvPr/>
          </p:nvPicPr>
          <p:blipFill rotWithShape="1">
            <a:blip r:embed="rId21">
              <a:extLst>
                <a:ext uri="{28A0092B-C50C-407E-A947-70E740481C1C}">
                  <a14:useLocalDpi xmlns:a14="http://schemas.microsoft.com/office/drawing/2010/main" val="0"/>
                </a:ext>
              </a:extLst>
            </a:blip>
            <a:srcRect l="1" r="14240"/>
            <a:stretch/>
          </p:blipFill>
          <p:spPr>
            <a:xfrm>
              <a:off x="8466667" y="3128434"/>
              <a:ext cx="685800" cy="606425"/>
            </a:xfrm>
            <a:prstGeom prst="rect">
              <a:avLst/>
            </a:prstGeom>
          </p:spPr>
        </p:pic>
      </p:grpSp>
      <p:sp>
        <p:nvSpPr>
          <p:cNvPr id="2" name="Title Placeholder 1"/>
          <p:cNvSpPr>
            <a:spLocks noGrp="1"/>
          </p:cNvSpPr>
          <p:nvPr>
            <p:ph type="title"/>
          </p:nvPr>
        </p:nvSpPr>
        <p:spPr>
          <a:xfrm>
            <a:off x="1376279" y="1008566"/>
            <a:ext cx="7950742" cy="1436668"/>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376278" y="2743761"/>
            <a:ext cx="7950744" cy="379587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33773" y="6567625"/>
            <a:ext cx="1342853" cy="307857"/>
          </a:xfrm>
          <a:prstGeom prst="rect">
            <a:avLst/>
          </a:prstGeom>
        </p:spPr>
        <p:txBody>
          <a:bodyPr vert="horz" lIns="91440" tIns="45720" rIns="91440" bIns="45720" rtlCol="0" anchor="ctr"/>
          <a:lstStyle>
            <a:lvl1pPr algn="r">
              <a:defRPr sz="1102" b="0" i="0">
                <a:solidFill>
                  <a:schemeClr val="tx1"/>
                </a:solidFill>
                <a:effectLst/>
                <a:latin typeface="+mn-lt"/>
              </a:defRPr>
            </a:lvl1pPr>
          </a:lstStyle>
          <a:p>
            <a:fld id="{1D8BD707-D9CF-40AE-B4C6-C98DA3205C09}" type="datetimeFigureOut">
              <a:rPr lang="en-US" smtClean="0"/>
              <a:t>11/28/2025</a:t>
            </a:fld>
            <a:endParaRPr lang="en-US"/>
          </a:p>
        </p:txBody>
      </p:sp>
      <p:sp>
        <p:nvSpPr>
          <p:cNvPr id="5" name="Footer Placeholder 4"/>
          <p:cNvSpPr>
            <a:spLocks noGrp="1"/>
          </p:cNvSpPr>
          <p:nvPr>
            <p:ph type="ftr" sz="quarter" idx="3"/>
          </p:nvPr>
        </p:nvSpPr>
        <p:spPr>
          <a:xfrm>
            <a:off x="1376279" y="6567625"/>
            <a:ext cx="5969624" cy="307857"/>
          </a:xfrm>
          <a:prstGeom prst="rect">
            <a:avLst/>
          </a:prstGeom>
        </p:spPr>
        <p:txBody>
          <a:bodyPr vert="horz" lIns="91440" tIns="45720" rIns="91440" bIns="45720" rtlCol="0" anchor="ctr"/>
          <a:lstStyle>
            <a:lvl1pPr algn="l">
              <a:defRPr sz="1102"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8864495" y="6567625"/>
            <a:ext cx="462527" cy="307857"/>
          </a:xfrm>
          <a:prstGeom prst="rect">
            <a:avLst/>
          </a:prstGeom>
        </p:spPr>
        <p:txBody>
          <a:bodyPr vert="horz" lIns="91440" tIns="45720" rIns="91440" bIns="45720" rtlCol="0" anchor="ctr"/>
          <a:lstStyle>
            <a:lvl1pPr algn="r">
              <a:defRPr sz="1102" b="0" i="0">
                <a:solidFill>
                  <a:schemeClr val="tx1"/>
                </a:solidFill>
                <a:effectLst/>
                <a:latin typeface="+mn-lt"/>
              </a:defRPr>
            </a:lvl1pPr>
          </a:lstStyle>
          <a:p>
            <a:fld id="{B6F15528-21DE-4FAA-801E-634DDDAF4B2B}" type="slidenum">
              <a:rPr lang="en-IN" smtClean="0"/>
              <a:t>‹#›</a:t>
            </a:fld>
            <a:endParaRPr lang="en-IN"/>
          </a:p>
        </p:txBody>
      </p:sp>
    </p:spTree>
    <p:extLst>
      <p:ext uri="{BB962C8B-B14F-4D97-AF65-F5344CB8AC3E}">
        <p14:creationId xmlns:p14="http://schemas.microsoft.com/office/powerpoint/2010/main" val="3438534865"/>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20"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 id="2147483713" r:id="rId12"/>
    <p:sldLayoutId id="2147483714" r:id="rId13"/>
    <p:sldLayoutId id="2147483715" r:id="rId14"/>
    <p:sldLayoutId id="2147483716" r:id="rId15"/>
    <p:sldLayoutId id="2147483717" r:id="rId16"/>
    <p:sldLayoutId id="2147483718" r:id="rId17"/>
    <p:sldLayoutId id="2147483719" r:id="rId18"/>
  </p:sldLayoutIdLst>
  <p:txStyles>
    <p:titleStyle>
      <a:lvl1pPr algn="ctr" defTabSz="503789" rtl="0" eaLnBrk="1" latinLnBrk="0" hangingPunct="1">
        <a:spcBef>
          <a:spcPct val="0"/>
        </a:spcBef>
        <a:buNone/>
        <a:defRPr sz="4408"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14868" indent="-314868" algn="l" defTabSz="503789" rtl="0" eaLnBrk="1" latinLnBrk="0" hangingPunct="1">
        <a:spcBef>
          <a:spcPct val="20000"/>
        </a:spcBef>
        <a:spcAft>
          <a:spcPts val="661"/>
        </a:spcAft>
        <a:buClr>
          <a:schemeClr val="accent1"/>
        </a:buClr>
        <a:buSzPct val="115000"/>
        <a:buFont typeface="Arial"/>
        <a:buChar char="•"/>
        <a:defRPr sz="2645" kern="1200" cap="none">
          <a:solidFill>
            <a:schemeClr val="tx1">
              <a:lumMod val="85000"/>
              <a:lumOff val="15000"/>
            </a:schemeClr>
          </a:solidFill>
          <a:effectLst/>
          <a:latin typeface="+mn-lt"/>
          <a:ea typeface="+mn-ea"/>
          <a:cs typeface="+mn-cs"/>
        </a:defRPr>
      </a:lvl1pPr>
      <a:lvl2pPr marL="818657" indent="-314868" algn="l" defTabSz="503789" rtl="0" eaLnBrk="1" latinLnBrk="0" hangingPunct="1">
        <a:spcBef>
          <a:spcPct val="20000"/>
        </a:spcBef>
        <a:spcAft>
          <a:spcPts val="661"/>
        </a:spcAft>
        <a:buClr>
          <a:schemeClr val="accent1"/>
        </a:buClr>
        <a:buSzPct val="115000"/>
        <a:buFont typeface="Arial"/>
        <a:buChar char="•"/>
        <a:defRPr sz="2204" kern="1200" cap="none">
          <a:solidFill>
            <a:schemeClr val="tx1">
              <a:lumMod val="85000"/>
              <a:lumOff val="15000"/>
            </a:schemeClr>
          </a:solidFill>
          <a:effectLst/>
          <a:latin typeface="+mn-lt"/>
          <a:ea typeface="+mn-ea"/>
          <a:cs typeface="+mn-cs"/>
        </a:defRPr>
      </a:lvl2pPr>
      <a:lvl3pPr marL="1322445" indent="-314868" algn="l" defTabSz="503789" rtl="0" eaLnBrk="1" latinLnBrk="0" hangingPunct="1">
        <a:spcBef>
          <a:spcPct val="20000"/>
        </a:spcBef>
        <a:spcAft>
          <a:spcPts val="661"/>
        </a:spcAft>
        <a:buClr>
          <a:schemeClr val="accent1"/>
        </a:buClr>
        <a:buSzPct val="115000"/>
        <a:buFont typeface="Arial"/>
        <a:buChar char="•"/>
        <a:defRPr sz="1983" kern="1200" cap="none">
          <a:solidFill>
            <a:schemeClr val="tx1">
              <a:lumMod val="85000"/>
              <a:lumOff val="15000"/>
            </a:schemeClr>
          </a:solidFill>
          <a:effectLst/>
          <a:latin typeface="+mn-lt"/>
          <a:ea typeface="+mn-ea"/>
          <a:cs typeface="+mn-cs"/>
        </a:defRPr>
      </a:lvl3pPr>
      <a:lvl4pPr marL="1700287" indent="-188921" algn="l" defTabSz="503789" rtl="0" eaLnBrk="1" latinLnBrk="0" hangingPunct="1">
        <a:spcBef>
          <a:spcPct val="20000"/>
        </a:spcBef>
        <a:spcAft>
          <a:spcPts val="661"/>
        </a:spcAft>
        <a:buClr>
          <a:schemeClr val="accent1"/>
        </a:buClr>
        <a:buSzPct val="115000"/>
        <a:buFont typeface="Arial"/>
        <a:buChar char="•"/>
        <a:defRPr sz="1763" kern="1200" cap="none">
          <a:solidFill>
            <a:schemeClr val="tx1">
              <a:lumMod val="85000"/>
              <a:lumOff val="15000"/>
            </a:schemeClr>
          </a:solidFill>
          <a:effectLst/>
          <a:latin typeface="+mn-lt"/>
          <a:ea typeface="+mn-ea"/>
          <a:cs typeface="+mn-cs"/>
        </a:defRPr>
      </a:lvl4pPr>
      <a:lvl5pPr marL="2204075" indent="-188921" algn="l" defTabSz="503789" rtl="0" eaLnBrk="1" latinLnBrk="0" hangingPunct="1">
        <a:spcBef>
          <a:spcPct val="20000"/>
        </a:spcBef>
        <a:spcAft>
          <a:spcPts val="661"/>
        </a:spcAft>
        <a:buClr>
          <a:schemeClr val="accent1"/>
        </a:buClr>
        <a:buSzPct val="115000"/>
        <a:buFont typeface="Arial"/>
        <a:buChar char="•"/>
        <a:defRPr sz="1543" kern="1200" cap="none">
          <a:solidFill>
            <a:schemeClr val="tx1">
              <a:lumMod val="85000"/>
              <a:lumOff val="15000"/>
            </a:schemeClr>
          </a:solidFill>
          <a:effectLst/>
          <a:latin typeface="+mn-lt"/>
          <a:ea typeface="+mn-ea"/>
          <a:cs typeface="+mn-cs"/>
        </a:defRPr>
      </a:lvl5pPr>
      <a:lvl6pPr marL="2770838" indent="-251894" algn="l" defTabSz="503789" rtl="0" eaLnBrk="1" latinLnBrk="0" hangingPunct="1">
        <a:spcBef>
          <a:spcPct val="20000"/>
        </a:spcBef>
        <a:spcAft>
          <a:spcPts val="661"/>
        </a:spcAft>
        <a:buClr>
          <a:schemeClr val="accent1"/>
        </a:buClr>
        <a:buSzPct val="115000"/>
        <a:buFont typeface="Arial"/>
        <a:buChar char="•"/>
        <a:defRPr sz="1543" kern="1200" cap="none">
          <a:solidFill>
            <a:schemeClr val="tx1">
              <a:lumMod val="85000"/>
              <a:lumOff val="15000"/>
            </a:schemeClr>
          </a:solidFill>
          <a:effectLst/>
          <a:latin typeface="+mn-lt"/>
          <a:ea typeface="+mn-ea"/>
          <a:cs typeface="+mn-cs"/>
        </a:defRPr>
      </a:lvl6pPr>
      <a:lvl7pPr marL="3274626" indent="-251894" algn="l" defTabSz="503789" rtl="0" eaLnBrk="1" latinLnBrk="0" hangingPunct="1">
        <a:spcBef>
          <a:spcPct val="20000"/>
        </a:spcBef>
        <a:spcAft>
          <a:spcPts val="661"/>
        </a:spcAft>
        <a:buClr>
          <a:schemeClr val="accent1"/>
        </a:buClr>
        <a:buSzPct val="115000"/>
        <a:buFont typeface="Arial"/>
        <a:buChar char="•"/>
        <a:defRPr sz="1543" kern="1200" cap="none">
          <a:solidFill>
            <a:schemeClr val="tx1">
              <a:lumMod val="85000"/>
              <a:lumOff val="15000"/>
            </a:schemeClr>
          </a:solidFill>
          <a:effectLst/>
          <a:latin typeface="+mn-lt"/>
          <a:ea typeface="+mn-ea"/>
          <a:cs typeface="+mn-cs"/>
        </a:defRPr>
      </a:lvl7pPr>
      <a:lvl8pPr marL="3778415" indent="-251894" algn="l" defTabSz="503789" rtl="0" eaLnBrk="1" latinLnBrk="0" hangingPunct="1">
        <a:spcBef>
          <a:spcPct val="20000"/>
        </a:spcBef>
        <a:spcAft>
          <a:spcPts val="661"/>
        </a:spcAft>
        <a:buClr>
          <a:schemeClr val="accent1"/>
        </a:buClr>
        <a:buSzPct val="115000"/>
        <a:buFont typeface="Arial"/>
        <a:buChar char="•"/>
        <a:defRPr sz="1543" kern="1200" cap="none">
          <a:solidFill>
            <a:schemeClr val="tx1">
              <a:lumMod val="85000"/>
              <a:lumOff val="15000"/>
            </a:schemeClr>
          </a:solidFill>
          <a:effectLst/>
          <a:latin typeface="+mn-lt"/>
          <a:ea typeface="+mn-ea"/>
          <a:cs typeface="+mn-cs"/>
        </a:defRPr>
      </a:lvl8pPr>
      <a:lvl9pPr marL="4282204" indent="-251894" algn="l" defTabSz="503789" rtl="0" eaLnBrk="1" latinLnBrk="0" hangingPunct="1">
        <a:spcBef>
          <a:spcPct val="20000"/>
        </a:spcBef>
        <a:spcAft>
          <a:spcPts val="661"/>
        </a:spcAft>
        <a:buClr>
          <a:schemeClr val="accent1"/>
        </a:buClr>
        <a:buSzPct val="115000"/>
        <a:buFont typeface="Arial"/>
        <a:buChar char="•"/>
        <a:defRPr sz="1543" kern="1200" cap="none">
          <a:solidFill>
            <a:schemeClr val="tx1">
              <a:lumMod val="85000"/>
              <a:lumOff val="15000"/>
            </a:schemeClr>
          </a:solidFill>
          <a:effectLst/>
          <a:latin typeface="+mn-lt"/>
          <a:ea typeface="+mn-ea"/>
          <a:cs typeface="+mn-cs"/>
        </a:defRPr>
      </a:lvl9pPr>
    </p:bodyStyle>
    <p:otherStyle>
      <a:defPPr>
        <a:defRPr lang="en-US"/>
      </a:defPPr>
      <a:lvl1pPr marL="0" algn="l" defTabSz="503789" rtl="0" eaLnBrk="1" latinLnBrk="0" hangingPunct="1">
        <a:defRPr sz="1983" kern="1200">
          <a:solidFill>
            <a:schemeClr val="tx1"/>
          </a:solidFill>
          <a:latin typeface="+mn-lt"/>
          <a:ea typeface="+mn-ea"/>
          <a:cs typeface="+mn-cs"/>
        </a:defRPr>
      </a:lvl1pPr>
      <a:lvl2pPr marL="503789" algn="l" defTabSz="503789" rtl="0" eaLnBrk="1" latinLnBrk="0" hangingPunct="1">
        <a:defRPr sz="1983" kern="1200">
          <a:solidFill>
            <a:schemeClr val="tx1"/>
          </a:solidFill>
          <a:latin typeface="+mn-lt"/>
          <a:ea typeface="+mn-ea"/>
          <a:cs typeface="+mn-cs"/>
        </a:defRPr>
      </a:lvl2pPr>
      <a:lvl3pPr marL="1007577" algn="l" defTabSz="503789" rtl="0" eaLnBrk="1" latinLnBrk="0" hangingPunct="1">
        <a:defRPr sz="1983" kern="1200">
          <a:solidFill>
            <a:schemeClr val="tx1"/>
          </a:solidFill>
          <a:latin typeface="+mn-lt"/>
          <a:ea typeface="+mn-ea"/>
          <a:cs typeface="+mn-cs"/>
        </a:defRPr>
      </a:lvl3pPr>
      <a:lvl4pPr marL="1511366" algn="l" defTabSz="503789" rtl="0" eaLnBrk="1" latinLnBrk="0" hangingPunct="1">
        <a:defRPr sz="1983" kern="1200">
          <a:solidFill>
            <a:schemeClr val="tx1"/>
          </a:solidFill>
          <a:latin typeface="+mn-lt"/>
          <a:ea typeface="+mn-ea"/>
          <a:cs typeface="+mn-cs"/>
        </a:defRPr>
      </a:lvl4pPr>
      <a:lvl5pPr marL="2015155" algn="l" defTabSz="503789" rtl="0" eaLnBrk="1" latinLnBrk="0" hangingPunct="1">
        <a:defRPr sz="1983" kern="1200">
          <a:solidFill>
            <a:schemeClr val="tx1"/>
          </a:solidFill>
          <a:latin typeface="+mn-lt"/>
          <a:ea typeface="+mn-ea"/>
          <a:cs typeface="+mn-cs"/>
        </a:defRPr>
      </a:lvl5pPr>
      <a:lvl6pPr marL="2518943" algn="l" defTabSz="503789" rtl="0" eaLnBrk="1" latinLnBrk="0" hangingPunct="1">
        <a:defRPr sz="1983" kern="1200">
          <a:solidFill>
            <a:schemeClr val="tx1"/>
          </a:solidFill>
          <a:latin typeface="+mn-lt"/>
          <a:ea typeface="+mn-ea"/>
          <a:cs typeface="+mn-cs"/>
        </a:defRPr>
      </a:lvl6pPr>
      <a:lvl7pPr marL="3022732" algn="l" defTabSz="503789" rtl="0" eaLnBrk="1" latinLnBrk="0" hangingPunct="1">
        <a:defRPr sz="1983" kern="1200">
          <a:solidFill>
            <a:schemeClr val="tx1"/>
          </a:solidFill>
          <a:latin typeface="+mn-lt"/>
          <a:ea typeface="+mn-ea"/>
          <a:cs typeface="+mn-cs"/>
        </a:defRPr>
      </a:lvl7pPr>
      <a:lvl8pPr marL="3526521" algn="l" defTabSz="503789" rtl="0" eaLnBrk="1" latinLnBrk="0" hangingPunct="1">
        <a:defRPr sz="1983" kern="1200">
          <a:solidFill>
            <a:schemeClr val="tx1"/>
          </a:solidFill>
          <a:latin typeface="+mn-lt"/>
          <a:ea typeface="+mn-ea"/>
          <a:cs typeface="+mn-cs"/>
        </a:defRPr>
      </a:lvl8pPr>
      <a:lvl9pPr marL="4030309" algn="l" defTabSz="503789" rtl="0" eaLnBrk="1" latinLnBrk="0" hangingPunct="1">
        <a:defRPr sz="198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7.jpg"/><Relationship Id="rId7" Type="http://schemas.openxmlformats.org/officeDocument/2006/relationships/diagramColors" Target="../diagrams/colors1.xml"/><Relationship Id="rId2" Type="http://schemas.openxmlformats.org/officeDocument/2006/relationships/image" Target="../media/image8.jpg"/><Relationship Id="rId1" Type="http://schemas.openxmlformats.org/officeDocument/2006/relationships/slideLayout" Target="../slideLayouts/slideLayout8.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8.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8.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8.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8.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8.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8.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8.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8.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27100" y="1873250"/>
            <a:ext cx="7149137" cy="769441"/>
          </a:xfrm>
          <a:prstGeom prst="rect">
            <a:avLst/>
          </a:prstGeom>
          <a:noFill/>
        </p:spPr>
        <p:txBody>
          <a:bodyPr wrap="none">
            <a:spAutoFit/>
          </a:bodyPr>
          <a:lstStyle/>
          <a:p>
            <a:pPr>
              <a:defRPr sz="6000" b="1">
                <a:solidFill>
                  <a:srgbClr val="4B0082"/>
                </a:solidFill>
              </a:defRPr>
            </a:pPr>
            <a:r>
              <a:rPr lang="en-IN" sz="4400" dirty="0"/>
              <a:t>Multitool agent collaboration</a:t>
            </a:r>
            <a:endParaRPr sz="4400" dirty="0">
              <a:solidFill>
                <a:schemeClr val="accent4"/>
              </a:solidFill>
              <a:latin typeface="Calibri"/>
            </a:endParaRPr>
          </a:p>
        </p:txBody>
      </p:sp>
      <p:sp>
        <p:nvSpPr>
          <p:cNvPr id="3" name="TextBox 2"/>
          <p:cNvSpPr txBox="1"/>
          <p:nvPr/>
        </p:nvSpPr>
        <p:spPr>
          <a:xfrm>
            <a:off x="4737100" y="3292195"/>
            <a:ext cx="4413388" cy="416396"/>
          </a:xfrm>
          <a:prstGeom prst="rect">
            <a:avLst/>
          </a:prstGeom>
          <a:noFill/>
        </p:spPr>
        <p:txBody>
          <a:bodyPr wrap="none">
            <a:spAutoFit/>
          </a:bodyPr>
          <a:lstStyle/>
          <a:p>
            <a:pPr algn="l">
              <a:defRPr sz="2800" b="0">
                <a:solidFill>
                  <a:srgbClr val="00BFFF"/>
                </a:solidFill>
              </a:defRPr>
            </a:pPr>
            <a:r>
              <a:rPr lang="en-IN" sz="2106" dirty="0">
                <a:solidFill>
                  <a:schemeClr val="accent5"/>
                </a:solidFill>
                <a:latin typeface="Calibri"/>
              </a:rPr>
              <a:t>Build Smarter Autonomous AI Systems</a:t>
            </a:r>
            <a:endParaRPr sz="2106" dirty="0">
              <a:solidFill>
                <a:schemeClr val="accent5"/>
              </a:solidFill>
              <a:latin typeface="Calibri"/>
            </a:endParaRPr>
          </a:p>
        </p:txBody>
      </p:sp>
      <p:sp>
        <p:nvSpPr>
          <p:cNvPr id="4" name="TextBox 3"/>
          <p:cNvSpPr txBox="1"/>
          <p:nvPr/>
        </p:nvSpPr>
        <p:spPr>
          <a:xfrm>
            <a:off x="1231900" y="4097382"/>
            <a:ext cx="4004622" cy="740459"/>
          </a:xfrm>
          <a:prstGeom prst="rect">
            <a:avLst/>
          </a:prstGeom>
          <a:noFill/>
        </p:spPr>
        <p:txBody>
          <a:bodyPr wrap="none">
            <a:spAutoFit/>
          </a:bodyPr>
          <a:lstStyle/>
          <a:p>
            <a:pPr algn="l">
              <a:defRPr sz="2400" b="0">
                <a:solidFill>
                  <a:srgbClr val="000000"/>
                </a:solidFill>
              </a:defRPr>
            </a:pPr>
            <a:r>
              <a:rPr lang="en-IN" sz="2106" dirty="0">
                <a:solidFill>
                  <a:srgbClr val="323232"/>
                </a:solidFill>
                <a:latin typeface="Calibri"/>
              </a:rPr>
              <a:t>Starting Date : November 28,2025</a:t>
            </a:r>
          </a:p>
          <a:p>
            <a:pPr algn="l">
              <a:defRPr sz="2400" b="0">
                <a:solidFill>
                  <a:srgbClr val="000000"/>
                </a:solidFill>
              </a:defRPr>
            </a:pPr>
            <a:r>
              <a:rPr lang="en-IN" sz="2106" dirty="0">
                <a:solidFill>
                  <a:srgbClr val="323232"/>
                </a:solidFill>
                <a:latin typeface="Calibri"/>
              </a:rPr>
              <a:t>Time : 8:00 PM IST to 10:00 PM IST</a:t>
            </a:r>
            <a:endParaRPr sz="2106" dirty="0">
              <a:solidFill>
                <a:srgbClr val="323232"/>
              </a:solidFill>
              <a:latin typeface="Calibri"/>
            </a:endParaRPr>
          </a:p>
        </p:txBody>
      </p:sp>
      <p:pic>
        <p:nvPicPr>
          <p:cNvPr id="6" name="Picture 5" descr="A logo with blue berries&#10;&#10;AI-generated content may be incorrect.">
            <a:extLst>
              <a:ext uri="{FF2B5EF4-FFF2-40B4-BE49-F238E27FC236}">
                <a16:creationId xmlns:a16="http://schemas.microsoft.com/office/drawing/2014/main" id="{D6084676-6DE9-E68C-63CD-9FA4F3EBB2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94" y="6405561"/>
            <a:ext cx="2047504" cy="1150939"/>
          </a:xfrm>
          <a:prstGeom prst="rect">
            <a:avLst/>
          </a:prstGeom>
        </p:spPr>
      </p:pic>
      <p:sp>
        <p:nvSpPr>
          <p:cNvPr id="9" name="TextBox 8">
            <a:extLst>
              <a:ext uri="{FF2B5EF4-FFF2-40B4-BE49-F238E27FC236}">
                <a16:creationId xmlns:a16="http://schemas.microsoft.com/office/drawing/2014/main" id="{FD150733-1B0B-17CC-15B1-94C9B59D3BE3}"/>
              </a:ext>
            </a:extLst>
          </p:cNvPr>
          <p:cNvSpPr txBox="1"/>
          <p:nvPr/>
        </p:nvSpPr>
        <p:spPr>
          <a:xfrm>
            <a:off x="3594100" y="6796364"/>
            <a:ext cx="5345206" cy="369332"/>
          </a:xfrm>
          <a:prstGeom prst="rect">
            <a:avLst/>
          </a:prstGeom>
          <a:noFill/>
        </p:spPr>
        <p:txBody>
          <a:bodyPr wrap="square">
            <a:spAutoFit/>
          </a:bodyPr>
          <a:lstStyle/>
          <a:p>
            <a:pPr algn="l">
              <a:defRPr sz="1800" b="0">
                <a:solidFill>
                  <a:srgbClr val="646464"/>
                </a:solidFill>
              </a:defRPr>
            </a:pPr>
            <a:r>
              <a:rPr lang="en-IN" sz="1800" dirty="0">
                <a:solidFill>
                  <a:srgbClr val="323232"/>
                </a:solidFill>
                <a:latin typeface="Calibri"/>
              </a:rPr>
              <a:t>Powered by </a:t>
            </a:r>
            <a:r>
              <a:rPr lang="en-IN" sz="1800" dirty="0" err="1">
                <a:solidFill>
                  <a:srgbClr val="323232"/>
                </a:solidFill>
                <a:latin typeface="Calibri"/>
              </a:rPr>
              <a:t>PurpleSkill</a:t>
            </a:r>
            <a:r>
              <a:rPr lang="en-IN" sz="1800" dirty="0">
                <a:solidFill>
                  <a:srgbClr val="323232"/>
                </a:solidFill>
                <a:latin typeface="Calibri"/>
              </a:rPr>
              <a:t> &amp; </a:t>
            </a:r>
            <a:r>
              <a:rPr lang="en-IN" sz="1800" dirty="0" err="1">
                <a:solidFill>
                  <a:srgbClr val="323232"/>
                </a:solidFill>
                <a:latin typeface="Calibri"/>
              </a:rPr>
              <a:t>SpanLabs</a:t>
            </a:r>
            <a:endParaRPr lang="en-IN" sz="1800" dirty="0">
              <a:solidFill>
                <a:srgbClr val="323232"/>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descr="A close-up of a logo&#10;&#10;AI-generated content may be incorrect.">
            <a:extLst>
              <a:ext uri="{FF2B5EF4-FFF2-40B4-BE49-F238E27FC236}">
                <a16:creationId xmlns:a16="http://schemas.microsoft.com/office/drawing/2014/main" id="{E535FA6C-A4E7-DB99-5690-3173B409ACE7}"/>
              </a:ext>
            </a:extLst>
          </p:cNvPr>
          <p:cNvPicPr>
            <a:picLocks noChangeAspect="1"/>
          </p:cNvPicPr>
          <p:nvPr/>
        </p:nvPicPr>
        <p:blipFill>
          <a:blip r:embed="rId2"/>
          <a:stretch>
            <a:fillRect/>
          </a:stretch>
        </p:blipFill>
        <p:spPr>
          <a:xfrm>
            <a:off x="9075117" y="6673850"/>
            <a:ext cx="1442724" cy="756251"/>
          </a:xfrm>
          <a:prstGeom prst="rect">
            <a:avLst/>
          </a:prstGeom>
        </p:spPr>
      </p:pic>
      <p:pic>
        <p:nvPicPr>
          <p:cNvPr id="4" name="Picture 3" descr="A logo with blue berries&#10;&#10;AI-generated content may be incorrect.">
            <a:extLst>
              <a:ext uri="{FF2B5EF4-FFF2-40B4-BE49-F238E27FC236}">
                <a16:creationId xmlns:a16="http://schemas.microsoft.com/office/drawing/2014/main" id="{493A878A-B423-4F97-67AA-3B0522E9F841}"/>
              </a:ext>
            </a:extLst>
          </p:cNvPr>
          <p:cNvPicPr>
            <a:picLocks noChangeAspect="1"/>
          </p:cNvPicPr>
          <p:nvPr/>
        </p:nvPicPr>
        <p:blipFill>
          <a:blip r:embed="rId3"/>
          <a:stretch>
            <a:fillRect/>
          </a:stretch>
        </p:blipFill>
        <p:spPr>
          <a:xfrm>
            <a:off x="88900" y="6673850"/>
            <a:ext cx="1589741" cy="893622"/>
          </a:xfrm>
          <a:prstGeom prst="rect">
            <a:avLst/>
          </a:prstGeom>
        </p:spPr>
      </p:pic>
      <p:graphicFrame>
        <p:nvGraphicFramePr>
          <p:cNvPr id="5" name="Diagram 4">
            <a:extLst>
              <a:ext uri="{FF2B5EF4-FFF2-40B4-BE49-F238E27FC236}">
                <a16:creationId xmlns:a16="http://schemas.microsoft.com/office/drawing/2014/main" id="{914CC7AF-236A-9684-D2AA-E59A3B5FF2A8}"/>
              </a:ext>
            </a:extLst>
          </p:cNvPr>
          <p:cNvGraphicFramePr/>
          <p:nvPr>
            <p:extLst>
              <p:ext uri="{D42A27DB-BD31-4B8C-83A1-F6EECF244321}">
                <p14:modId xmlns:p14="http://schemas.microsoft.com/office/powerpoint/2010/main" val="4039643508"/>
              </p:ext>
            </p:extLst>
          </p:nvPr>
        </p:nvGraphicFramePr>
        <p:xfrm>
          <a:off x="1782233" y="1401939"/>
          <a:ext cx="7128933" cy="475262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003300" y="1035050"/>
            <a:ext cx="7950200" cy="1436687"/>
          </a:xfrm>
        </p:spPr>
        <p:txBody>
          <a:bodyPr/>
          <a:lstStyle/>
          <a:p>
            <a:r>
              <a:rPr lang="en-IN" dirty="0"/>
              <a:t>Sequential Workflow (Pipeline)</a:t>
            </a:r>
            <a:endParaRPr dirty="0"/>
          </a:p>
        </p:txBody>
      </p:sp>
      <p:graphicFrame>
        <p:nvGraphicFramePr>
          <p:cNvPr id="12" name="Diagram 11">
            <a:extLst>
              <a:ext uri="{FF2B5EF4-FFF2-40B4-BE49-F238E27FC236}">
                <a16:creationId xmlns:a16="http://schemas.microsoft.com/office/drawing/2014/main" id="{ACB44367-590A-8D36-CBF3-50062F97AAB5}"/>
              </a:ext>
            </a:extLst>
          </p:cNvPr>
          <p:cNvGraphicFramePr/>
          <p:nvPr>
            <p:extLst>
              <p:ext uri="{D42A27DB-BD31-4B8C-83A1-F6EECF244321}">
                <p14:modId xmlns:p14="http://schemas.microsoft.com/office/powerpoint/2010/main" val="1542096520"/>
              </p:ext>
            </p:extLst>
          </p:nvPr>
        </p:nvGraphicFramePr>
        <p:xfrm>
          <a:off x="850900" y="2051472"/>
          <a:ext cx="9225411" cy="454617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976586" y="711993"/>
            <a:ext cx="7950200" cy="1436687"/>
          </a:xfrm>
        </p:spPr>
        <p:txBody>
          <a:bodyPr/>
          <a:lstStyle/>
          <a:p>
            <a:r>
              <a:rPr lang="en-IN" dirty="0"/>
              <a:t>Hierarchical (Supervisor/Sub-Agent)</a:t>
            </a:r>
            <a:endParaRPr dirty="0"/>
          </a:p>
        </p:txBody>
      </p:sp>
      <p:graphicFrame>
        <p:nvGraphicFramePr>
          <p:cNvPr id="5" name="Content Placeholder 4">
            <a:extLst>
              <a:ext uri="{FF2B5EF4-FFF2-40B4-BE49-F238E27FC236}">
                <a16:creationId xmlns:a16="http://schemas.microsoft.com/office/drawing/2014/main" id="{B72A76C0-00F3-1909-1BC5-0507053A27BB}"/>
              </a:ext>
            </a:extLst>
          </p:cNvPr>
          <p:cNvGraphicFramePr>
            <a:graphicFrameLocks noGrp="1"/>
          </p:cNvGraphicFramePr>
          <p:nvPr>
            <p:ph idx="4294967295"/>
            <p:extLst>
              <p:ext uri="{D42A27DB-BD31-4B8C-83A1-F6EECF244321}">
                <p14:modId xmlns:p14="http://schemas.microsoft.com/office/powerpoint/2010/main" val="826087778"/>
              </p:ext>
            </p:extLst>
          </p:nvPr>
        </p:nvGraphicFramePr>
        <p:xfrm>
          <a:off x="1003300" y="2148680"/>
          <a:ext cx="8853642" cy="452517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36700" y="730250"/>
            <a:ext cx="7950200" cy="1436687"/>
          </a:xfrm>
        </p:spPr>
        <p:txBody>
          <a:bodyPr/>
          <a:lstStyle/>
          <a:p>
            <a:r>
              <a:rPr lang="en-IN" dirty="0"/>
              <a:t>Parallel Processing (Independent Tasks)</a:t>
            </a:r>
            <a:endParaRPr dirty="0"/>
          </a:p>
        </p:txBody>
      </p:sp>
      <p:graphicFrame>
        <p:nvGraphicFramePr>
          <p:cNvPr id="15" name="Content Placeholder 14">
            <a:extLst>
              <a:ext uri="{FF2B5EF4-FFF2-40B4-BE49-F238E27FC236}">
                <a16:creationId xmlns:a16="http://schemas.microsoft.com/office/drawing/2014/main" id="{E2B5FCA7-83FB-253E-7273-6FD934F4F260}"/>
              </a:ext>
            </a:extLst>
          </p:cNvPr>
          <p:cNvGraphicFramePr>
            <a:graphicFrameLocks noGrp="1"/>
          </p:cNvGraphicFramePr>
          <p:nvPr>
            <p:ph idx="4294967295"/>
            <p:extLst>
              <p:ext uri="{D42A27DB-BD31-4B8C-83A1-F6EECF244321}">
                <p14:modId xmlns:p14="http://schemas.microsoft.com/office/powerpoint/2010/main" val="488643892"/>
              </p:ext>
            </p:extLst>
          </p:nvPr>
        </p:nvGraphicFramePr>
        <p:xfrm>
          <a:off x="1231900" y="2166938"/>
          <a:ext cx="8727069" cy="44307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B43B92-C6CC-CF13-95AA-DFF7CFFFF8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62DD79-628E-D583-CBD5-20A8154DC346}"/>
              </a:ext>
            </a:extLst>
          </p:cNvPr>
          <p:cNvSpPr>
            <a:spLocks noGrp="1"/>
          </p:cNvSpPr>
          <p:nvPr>
            <p:ph type="title" idx="4294967295"/>
          </p:nvPr>
        </p:nvSpPr>
        <p:spPr>
          <a:xfrm>
            <a:off x="1536700" y="730250"/>
            <a:ext cx="7950200" cy="1436687"/>
          </a:xfrm>
        </p:spPr>
        <p:txBody>
          <a:bodyPr/>
          <a:lstStyle/>
          <a:p>
            <a:r>
              <a:rPr lang="en-IN" dirty="0"/>
              <a:t>Dynamic Hand-off (Gated Transfer)</a:t>
            </a:r>
            <a:endParaRPr dirty="0"/>
          </a:p>
        </p:txBody>
      </p:sp>
      <p:graphicFrame>
        <p:nvGraphicFramePr>
          <p:cNvPr id="15" name="Content Placeholder 14">
            <a:extLst>
              <a:ext uri="{FF2B5EF4-FFF2-40B4-BE49-F238E27FC236}">
                <a16:creationId xmlns:a16="http://schemas.microsoft.com/office/drawing/2014/main" id="{B11E1DAA-BFB1-C0DF-B7F8-AD89D8DE6F0F}"/>
              </a:ext>
            </a:extLst>
          </p:cNvPr>
          <p:cNvGraphicFramePr>
            <a:graphicFrameLocks noGrp="1"/>
          </p:cNvGraphicFramePr>
          <p:nvPr>
            <p:ph idx="4294967295"/>
            <p:extLst>
              <p:ext uri="{D42A27DB-BD31-4B8C-83A1-F6EECF244321}">
                <p14:modId xmlns:p14="http://schemas.microsoft.com/office/powerpoint/2010/main" val="3146060582"/>
              </p:ext>
            </p:extLst>
          </p:nvPr>
        </p:nvGraphicFramePr>
        <p:xfrm>
          <a:off x="1231900" y="2166938"/>
          <a:ext cx="8727069" cy="44307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555588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E9F4A-A0D9-0F1C-A86B-BE729F1E65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EAE076-703B-C398-786A-FCC3EF0D7821}"/>
              </a:ext>
            </a:extLst>
          </p:cNvPr>
          <p:cNvSpPr>
            <a:spLocks noGrp="1"/>
          </p:cNvSpPr>
          <p:nvPr>
            <p:ph type="title" idx="4294967295"/>
          </p:nvPr>
        </p:nvSpPr>
        <p:spPr>
          <a:xfrm>
            <a:off x="759831" y="730250"/>
            <a:ext cx="9082669" cy="1436687"/>
          </a:xfrm>
        </p:spPr>
        <p:txBody>
          <a:bodyPr/>
          <a:lstStyle/>
          <a:p>
            <a:r>
              <a:rPr lang="en-IN" dirty="0"/>
              <a:t>Iterative Refinement (Self-Correction Loop)</a:t>
            </a:r>
            <a:endParaRPr dirty="0"/>
          </a:p>
        </p:txBody>
      </p:sp>
      <p:graphicFrame>
        <p:nvGraphicFramePr>
          <p:cNvPr id="15" name="Content Placeholder 14">
            <a:extLst>
              <a:ext uri="{FF2B5EF4-FFF2-40B4-BE49-F238E27FC236}">
                <a16:creationId xmlns:a16="http://schemas.microsoft.com/office/drawing/2014/main" id="{AADC6F98-705F-D7C6-0569-648FECA3A84E}"/>
              </a:ext>
            </a:extLst>
          </p:cNvPr>
          <p:cNvGraphicFramePr>
            <a:graphicFrameLocks noGrp="1"/>
          </p:cNvGraphicFramePr>
          <p:nvPr>
            <p:ph idx="4294967295"/>
            <p:extLst>
              <p:ext uri="{D42A27DB-BD31-4B8C-83A1-F6EECF244321}">
                <p14:modId xmlns:p14="http://schemas.microsoft.com/office/powerpoint/2010/main" val="581405662"/>
              </p:ext>
            </p:extLst>
          </p:nvPr>
        </p:nvGraphicFramePr>
        <p:xfrm>
          <a:off x="1231900" y="2166938"/>
          <a:ext cx="8727069" cy="44307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281853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7A348C-0E87-2B36-FF05-E7FAA87543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8771D2-DB39-7911-6217-9DC25862B8AC}"/>
              </a:ext>
            </a:extLst>
          </p:cNvPr>
          <p:cNvSpPr>
            <a:spLocks noGrp="1"/>
          </p:cNvSpPr>
          <p:nvPr>
            <p:ph type="title" idx="4294967295"/>
          </p:nvPr>
        </p:nvSpPr>
        <p:spPr>
          <a:xfrm>
            <a:off x="759831" y="730250"/>
            <a:ext cx="9082669" cy="1436687"/>
          </a:xfrm>
        </p:spPr>
        <p:txBody>
          <a:bodyPr/>
          <a:lstStyle/>
          <a:p>
            <a:r>
              <a:rPr lang="en-IN" dirty="0"/>
              <a:t>. Contract Net Protocol (Auction-Based Delegation</a:t>
            </a:r>
            <a:endParaRPr dirty="0"/>
          </a:p>
        </p:txBody>
      </p:sp>
      <p:graphicFrame>
        <p:nvGraphicFramePr>
          <p:cNvPr id="15" name="Content Placeholder 14">
            <a:extLst>
              <a:ext uri="{FF2B5EF4-FFF2-40B4-BE49-F238E27FC236}">
                <a16:creationId xmlns:a16="http://schemas.microsoft.com/office/drawing/2014/main" id="{F9442D24-6C1E-F46D-7493-D2B80367999A}"/>
              </a:ext>
            </a:extLst>
          </p:cNvPr>
          <p:cNvGraphicFramePr>
            <a:graphicFrameLocks noGrp="1"/>
          </p:cNvGraphicFramePr>
          <p:nvPr>
            <p:ph idx="4294967295"/>
            <p:extLst>
              <p:ext uri="{D42A27DB-BD31-4B8C-83A1-F6EECF244321}">
                <p14:modId xmlns:p14="http://schemas.microsoft.com/office/powerpoint/2010/main" val="1512543839"/>
              </p:ext>
            </p:extLst>
          </p:nvPr>
        </p:nvGraphicFramePr>
        <p:xfrm>
          <a:off x="1231900" y="2166938"/>
          <a:ext cx="8727069" cy="44307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447931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C9C27AAA-5EE2-AFE1-02DA-0B2D556D2483}"/>
              </a:ext>
            </a:extLst>
          </p:cNvPr>
          <p:cNvGraphicFramePr>
            <a:graphicFrameLocks noGrp="1"/>
          </p:cNvGraphicFramePr>
          <p:nvPr>
            <p:extLst>
              <p:ext uri="{D42A27DB-BD31-4B8C-83A1-F6EECF244321}">
                <p14:modId xmlns:p14="http://schemas.microsoft.com/office/powerpoint/2010/main" val="4169214875"/>
              </p:ext>
            </p:extLst>
          </p:nvPr>
        </p:nvGraphicFramePr>
        <p:xfrm>
          <a:off x="1308100" y="1833522"/>
          <a:ext cx="7027122" cy="3889456"/>
        </p:xfrm>
        <a:graphic>
          <a:graphicData uri="http://schemas.openxmlformats.org/drawingml/2006/table">
            <a:tbl>
              <a:tblPr>
                <a:tableStyleId>{08FB837D-C827-4EFA-A057-4D05807E0F7C}</a:tableStyleId>
              </a:tblPr>
              <a:tblGrid>
                <a:gridCol w="2342374">
                  <a:extLst>
                    <a:ext uri="{9D8B030D-6E8A-4147-A177-3AD203B41FA5}">
                      <a16:colId xmlns:a16="http://schemas.microsoft.com/office/drawing/2014/main" val="2344549519"/>
                    </a:ext>
                  </a:extLst>
                </a:gridCol>
                <a:gridCol w="2342374">
                  <a:extLst>
                    <a:ext uri="{9D8B030D-6E8A-4147-A177-3AD203B41FA5}">
                      <a16:colId xmlns:a16="http://schemas.microsoft.com/office/drawing/2014/main" val="98355376"/>
                    </a:ext>
                  </a:extLst>
                </a:gridCol>
                <a:gridCol w="2342374">
                  <a:extLst>
                    <a:ext uri="{9D8B030D-6E8A-4147-A177-3AD203B41FA5}">
                      <a16:colId xmlns:a16="http://schemas.microsoft.com/office/drawing/2014/main" val="1730882631"/>
                    </a:ext>
                  </a:extLst>
                </a:gridCol>
              </a:tblGrid>
              <a:tr h="347933">
                <a:tc>
                  <a:txBody>
                    <a:bodyPr/>
                    <a:lstStyle/>
                    <a:p>
                      <a:pPr>
                        <a:buNone/>
                      </a:pPr>
                      <a:r>
                        <a:rPr lang="en-IN" sz="1800"/>
                        <a:t>Framework</a:t>
                      </a:r>
                    </a:p>
                  </a:txBody>
                  <a:tcPr marL="80823" marR="80823" marT="40412" marB="40412" anchor="ctr"/>
                </a:tc>
                <a:tc>
                  <a:txBody>
                    <a:bodyPr/>
                    <a:lstStyle/>
                    <a:p>
                      <a:pPr>
                        <a:buNone/>
                      </a:pPr>
                      <a:r>
                        <a:rPr lang="en-IN" sz="1800"/>
                        <a:t>Collaboration Focus</a:t>
                      </a:r>
                    </a:p>
                  </a:txBody>
                  <a:tcPr marL="80823" marR="80823" marT="40412" marB="40412" anchor="ctr"/>
                </a:tc>
                <a:tc>
                  <a:txBody>
                    <a:bodyPr/>
                    <a:lstStyle/>
                    <a:p>
                      <a:pPr>
                        <a:buNone/>
                      </a:pPr>
                      <a:r>
                        <a:rPr lang="en-IN" sz="1800"/>
                        <a:t>Key Feature for Ollama</a:t>
                      </a:r>
                    </a:p>
                  </a:txBody>
                  <a:tcPr marL="80823" marR="80823" marT="40412" marB="40412" anchor="ctr"/>
                </a:tc>
                <a:extLst>
                  <a:ext uri="{0D108BD9-81ED-4DB2-BD59-A6C34878D82A}">
                    <a16:rowId xmlns:a16="http://schemas.microsoft.com/office/drawing/2014/main" val="2831438027"/>
                  </a:ext>
                </a:extLst>
              </a:tr>
              <a:tr h="1149260">
                <a:tc>
                  <a:txBody>
                    <a:bodyPr/>
                    <a:lstStyle/>
                    <a:p>
                      <a:pPr>
                        <a:buNone/>
                      </a:pPr>
                      <a:r>
                        <a:rPr lang="en-IN" sz="1800" b="1"/>
                        <a:t>CrewAI</a:t>
                      </a:r>
                      <a:endParaRPr lang="en-IN" sz="1800"/>
                    </a:p>
                  </a:txBody>
                  <a:tcPr marL="80823" marR="80823" marT="40412" marB="40412" anchor="ctr"/>
                </a:tc>
                <a:tc>
                  <a:txBody>
                    <a:bodyPr/>
                    <a:lstStyle/>
                    <a:p>
                      <a:pPr>
                        <a:buNone/>
                      </a:pPr>
                      <a:r>
                        <a:rPr lang="en-IN" sz="1800"/>
                        <a:t>Role-playing, Sequential &amp; Parallel</a:t>
                      </a:r>
                    </a:p>
                  </a:txBody>
                  <a:tcPr marL="80823" marR="80823" marT="40412" marB="40412" anchor="ctr"/>
                </a:tc>
                <a:tc>
                  <a:txBody>
                    <a:bodyPr/>
                    <a:lstStyle/>
                    <a:p>
                      <a:pPr>
                        <a:buNone/>
                      </a:pPr>
                      <a:r>
                        <a:rPr lang="en-US" sz="1800"/>
                        <a:t>Native support for configuring Ollama as the LLM backend for each agent.</a:t>
                      </a:r>
                    </a:p>
                  </a:txBody>
                  <a:tcPr marL="80823" marR="80823" marT="40412" marB="40412" anchor="ctr"/>
                </a:tc>
                <a:extLst>
                  <a:ext uri="{0D108BD9-81ED-4DB2-BD59-A6C34878D82A}">
                    <a16:rowId xmlns:a16="http://schemas.microsoft.com/office/drawing/2014/main" val="2117047738"/>
                  </a:ext>
                </a:extLst>
              </a:tr>
              <a:tr h="1149260">
                <a:tc>
                  <a:txBody>
                    <a:bodyPr/>
                    <a:lstStyle/>
                    <a:p>
                      <a:pPr>
                        <a:buNone/>
                      </a:pPr>
                      <a:r>
                        <a:rPr lang="en-IN" sz="1800" b="1"/>
                        <a:t>LangGraph</a:t>
                      </a:r>
                      <a:endParaRPr lang="en-IN" sz="1800"/>
                    </a:p>
                  </a:txBody>
                  <a:tcPr marL="80823" marR="80823" marT="40412" marB="40412" anchor="ctr"/>
                </a:tc>
                <a:tc>
                  <a:txBody>
                    <a:bodyPr/>
                    <a:lstStyle/>
                    <a:p>
                      <a:pPr>
                        <a:buNone/>
                      </a:pPr>
                      <a:r>
                        <a:rPr lang="en-IN" sz="1800"/>
                        <a:t>Complex, State-Based, Iterative</a:t>
                      </a:r>
                    </a:p>
                  </a:txBody>
                  <a:tcPr marL="80823" marR="80823" marT="40412" marB="40412" anchor="ctr"/>
                </a:tc>
                <a:tc>
                  <a:txBody>
                    <a:bodyPr/>
                    <a:lstStyle/>
                    <a:p>
                      <a:pPr>
                        <a:buNone/>
                      </a:pPr>
                      <a:r>
                        <a:rPr lang="en-US" sz="1800"/>
                        <a:t>Graph-based workflows and conditional edges for loops and dynamic hand-offs.</a:t>
                      </a:r>
                    </a:p>
                  </a:txBody>
                  <a:tcPr marL="80823" marR="80823" marT="40412" marB="40412" anchor="ctr"/>
                </a:tc>
                <a:extLst>
                  <a:ext uri="{0D108BD9-81ED-4DB2-BD59-A6C34878D82A}">
                    <a16:rowId xmlns:a16="http://schemas.microsoft.com/office/drawing/2014/main" val="1975033788"/>
                  </a:ext>
                </a:extLst>
              </a:tr>
              <a:tr h="1149260">
                <a:tc>
                  <a:txBody>
                    <a:bodyPr/>
                    <a:lstStyle/>
                    <a:p>
                      <a:pPr>
                        <a:buNone/>
                      </a:pPr>
                      <a:r>
                        <a:rPr lang="en-IN" sz="1800" b="1"/>
                        <a:t>LlamaIndex</a:t>
                      </a:r>
                      <a:endParaRPr lang="en-IN" sz="1800"/>
                    </a:p>
                  </a:txBody>
                  <a:tcPr marL="80823" marR="80823" marT="40412" marB="40412" anchor="ctr"/>
                </a:tc>
                <a:tc>
                  <a:txBody>
                    <a:bodyPr/>
                    <a:lstStyle/>
                    <a:p>
                      <a:pPr>
                        <a:buNone/>
                      </a:pPr>
                      <a:r>
                        <a:rPr lang="en-IN" sz="1800"/>
                        <a:t>RAG &amp; Orchestration</a:t>
                      </a:r>
                    </a:p>
                  </a:txBody>
                  <a:tcPr marL="80823" marR="80823" marT="40412" marB="40412" anchor="ctr"/>
                </a:tc>
                <a:tc>
                  <a:txBody>
                    <a:bodyPr/>
                    <a:lstStyle/>
                    <a:p>
                      <a:pPr>
                        <a:buNone/>
                      </a:pPr>
                      <a:r>
                        <a:rPr lang="en-US" sz="1800" dirty="0"/>
                        <a:t>Agent as Tool, allowing one agent to "call" another, good for Hierarchy.</a:t>
                      </a:r>
                    </a:p>
                  </a:txBody>
                  <a:tcPr marL="80823" marR="80823" marT="40412" marB="40412" anchor="ctr"/>
                </a:tc>
                <a:extLst>
                  <a:ext uri="{0D108BD9-81ED-4DB2-BD59-A6C34878D82A}">
                    <a16:rowId xmlns:a16="http://schemas.microsoft.com/office/drawing/2014/main" val="727077219"/>
                  </a:ext>
                </a:extLst>
              </a:tr>
            </a:tbl>
          </a:graphicData>
        </a:graphic>
      </p:graphicFrame>
    </p:spTree>
    <p:extLst>
      <p:ext uri="{BB962C8B-B14F-4D97-AF65-F5344CB8AC3E}">
        <p14:creationId xmlns:p14="http://schemas.microsoft.com/office/powerpoint/2010/main" val="23716321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9F555B7-0C02-2261-9248-7D774C1C137F}"/>
              </a:ext>
            </a:extLst>
          </p:cNvPr>
          <p:cNvSpPr txBox="1"/>
          <p:nvPr/>
        </p:nvSpPr>
        <p:spPr>
          <a:xfrm>
            <a:off x="1155700" y="1339850"/>
            <a:ext cx="8610600" cy="1477328"/>
          </a:xfrm>
          <a:prstGeom prst="rect">
            <a:avLst/>
          </a:prstGeom>
          <a:noFill/>
        </p:spPr>
        <p:txBody>
          <a:bodyPr wrap="square" rtlCol="0">
            <a:spAutoFit/>
          </a:bodyPr>
          <a:lstStyle/>
          <a:p>
            <a:r>
              <a:rPr lang="en-US" dirty="0"/>
              <a:t>You are tasked with building a system to generate a weekly news summary. Explain the difference between using a </a:t>
            </a:r>
            <a:r>
              <a:rPr lang="en-US" b="1" dirty="0"/>
              <a:t>Sequential Workflow</a:t>
            </a:r>
            <a:r>
              <a:rPr lang="en-US" dirty="0"/>
              <a:t> (pipeline) and a </a:t>
            </a:r>
            <a:r>
              <a:rPr lang="en-US" b="1" dirty="0"/>
              <a:t>Hierarchical Workflow</a:t>
            </a:r>
            <a:r>
              <a:rPr lang="en-US" dirty="0"/>
              <a:t> (supervisor/sub-agent) for this task. Which pattern would be more efficient if you needed to pull data from two independent sources simultaneously, and why?"</a:t>
            </a:r>
          </a:p>
          <a:p>
            <a:r>
              <a:rPr lang="en-US" b="1" dirty="0"/>
              <a:t>What to look for:</a:t>
            </a:r>
            <a:endParaRPr lang="en-US" dirty="0"/>
          </a:p>
        </p:txBody>
      </p:sp>
      <p:graphicFrame>
        <p:nvGraphicFramePr>
          <p:cNvPr id="6" name="Diagram 5">
            <a:extLst>
              <a:ext uri="{FF2B5EF4-FFF2-40B4-BE49-F238E27FC236}">
                <a16:creationId xmlns:a16="http://schemas.microsoft.com/office/drawing/2014/main" id="{C3062345-21F0-751D-FD0D-B4DE9610797B}"/>
              </a:ext>
            </a:extLst>
          </p:cNvPr>
          <p:cNvGraphicFramePr/>
          <p:nvPr>
            <p:extLst>
              <p:ext uri="{D42A27DB-BD31-4B8C-83A1-F6EECF244321}">
                <p14:modId xmlns:p14="http://schemas.microsoft.com/office/powerpoint/2010/main" val="1835441001"/>
              </p:ext>
            </p:extLst>
          </p:nvPr>
        </p:nvGraphicFramePr>
        <p:xfrm>
          <a:off x="1155700" y="3182551"/>
          <a:ext cx="8363700" cy="25768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64620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4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D80561A-8EFA-CEF1-DF5B-AA5129DA7D80}"/>
              </a:ext>
            </a:extLst>
          </p:cNvPr>
          <p:cNvSpPr txBox="1"/>
          <p:nvPr/>
        </p:nvSpPr>
        <p:spPr>
          <a:xfrm>
            <a:off x="1231900" y="1416050"/>
            <a:ext cx="7620000" cy="1752600"/>
          </a:xfrm>
          <a:prstGeom prst="rect">
            <a:avLst/>
          </a:prstGeom>
          <a:noFill/>
        </p:spPr>
        <p:txBody>
          <a:bodyPr wrap="square" rtlCol="0">
            <a:spAutoFit/>
          </a:bodyPr>
          <a:lstStyle/>
          <a:p>
            <a:r>
              <a:rPr lang="en-US" dirty="0"/>
              <a:t>"In an advanced agent system using </a:t>
            </a:r>
            <a:r>
              <a:rPr lang="en-US" b="1" dirty="0"/>
              <a:t>LangGraph</a:t>
            </a:r>
            <a:r>
              <a:rPr lang="en-US" dirty="0"/>
              <a:t> with agents powered by </a:t>
            </a:r>
            <a:r>
              <a:rPr lang="en-US" b="1" dirty="0" err="1"/>
              <a:t>Ollama</a:t>
            </a:r>
            <a:r>
              <a:rPr lang="en-US" dirty="0"/>
              <a:t>, you implement an </a:t>
            </a:r>
            <a:r>
              <a:rPr lang="en-US" b="1" dirty="0"/>
              <a:t>Iterative Refinement</a:t>
            </a:r>
            <a:r>
              <a:rPr lang="en-US" dirty="0"/>
              <a:t> loop where a 'Writer Agent' produces code and a 'Critic Agent' reviews it. If the Critic Agent fails to approve the code after five iterations, how would you design the LangGraph structure to prevent an infinite loop, and what mechanism would you use to 'hand off' the failed task to a human for intervention?"</a:t>
            </a:r>
            <a:endParaRPr lang="en-IN" dirty="0"/>
          </a:p>
        </p:txBody>
      </p:sp>
      <p:graphicFrame>
        <p:nvGraphicFramePr>
          <p:cNvPr id="4" name="Diagram 3">
            <a:extLst>
              <a:ext uri="{FF2B5EF4-FFF2-40B4-BE49-F238E27FC236}">
                <a16:creationId xmlns:a16="http://schemas.microsoft.com/office/drawing/2014/main" id="{ACD08E0F-2992-BE9C-6B92-AE58AF9F4B24}"/>
              </a:ext>
            </a:extLst>
          </p:cNvPr>
          <p:cNvGraphicFramePr/>
          <p:nvPr>
            <p:extLst>
              <p:ext uri="{D42A27DB-BD31-4B8C-83A1-F6EECF244321}">
                <p14:modId xmlns:p14="http://schemas.microsoft.com/office/powerpoint/2010/main" val="2874280856"/>
              </p:ext>
            </p:extLst>
          </p:nvPr>
        </p:nvGraphicFramePr>
        <p:xfrm>
          <a:off x="1003300" y="3256772"/>
          <a:ext cx="9046579" cy="311227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643855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4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rotWithShape="1">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532</TotalTime>
  <Words>1132</Words>
  <Application>Microsoft Office PowerPoint</Application>
  <PresentationFormat>Custom</PresentationFormat>
  <Paragraphs>85</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Garamond</vt:lpstr>
      <vt:lpstr>Organic</vt:lpstr>
      <vt:lpstr>PowerPoint Presentation</vt:lpstr>
      <vt:lpstr>PowerPoint Presentation</vt:lpstr>
      <vt:lpstr>Sequential Workflow (Pipeline)</vt:lpstr>
      <vt:lpstr>Hierarchical (Supervisor/Sub-Agent)</vt:lpstr>
      <vt:lpstr>Parallel Processing (Independent Tasks)</vt:lpstr>
      <vt:lpstr>Dynamic Hand-off (Gated Transfer)</vt:lpstr>
      <vt:lpstr>Iterative Refinement (Self-Correction Loop)</vt:lpstr>
      <vt:lpstr>. Contract Net Protocol (Auction-Based Delegation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VISHWA</dc:creator>
  <cp:lastModifiedBy>vishwa rudra</cp:lastModifiedBy>
  <cp:revision>97</cp:revision>
  <dcterms:created xsi:type="dcterms:W3CDTF">2025-10-04T15:17:48Z</dcterms:created>
  <dcterms:modified xsi:type="dcterms:W3CDTF">2025-11-28T14:25:08Z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2025-10-04T00:00:00Z</vt:filetime>
  </property>
  <property fmtid="{D5CDD505-2E9C-101B-9397-08002B2CF9AE}" pid="3" name="LastSaved">
    <vt:filetime>2025-10-04T00:00:00Z</vt:filetime>
  </property>
  <property fmtid="{D5CDD505-2E9C-101B-9397-08002B2CF9AE}" pid="4" name="Producer">
    <vt:lpwstr>3-Heights(TM) PDF Security Shell 4.8.25.2 (http://www.pdf-tools.com)</vt:lpwstr>
  </property>
</Properties>
</file>